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4"/>
    <p:sldMasterId id="214748370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Manrope Light"/>
      <p:regular r:id="rId16"/>
      <p:bold r:id="rId17"/>
    </p:embeddedFont>
    <p:embeddedFont>
      <p:font typeface="Anton"/>
      <p:regular r:id="rId18"/>
    </p:embeddedFont>
    <p:embeddedFont>
      <p:font typeface="Manrope SemiBold"/>
      <p:regular r:id="rId19"/>
      <p:bold r:id="rId20"/>
    </p:embeddedFont>
    <p:embeddedFont>
      <p:font typeface="Manrope"/>
      <p:regular r:id="rId21"/>
      <p:bold r:id="rId22"/>
    </p:embeddedFont>
    <p:embeddedFont>
      <p:font typeface="Manrope ExtraBold"/>
      <p:bold r:id="rId23"/>
    </p:embeddedFont>
    <p:embeddedFont>
      <p:font typeface="Manrope Medium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SemiBold-bold.fntdata"/><Relationship Id="rId22" Type="http://schemas.openxmlformats.org/officeDocument/2006/relationships/font" Target="fonts/Manrope-bold.fntdata"/><Relationship Id="rId21" Type="http://schemas.openxmlformats.org/officeDocument/2006/relationships/font" Target="fonts/Manrope-regular.fntdata"/><Relationship Id="rId24" Type="http://schemas.openxmlformats.org/officeDocument/2006/relationships/font" Target="fonts/ManropeMedium-regular.fntdata"/><Relationship Id="rId23" Type="http://schemas.openxmlformats.org/officeDocument/2006/relationships/font" Target="fonts/Manrope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ManropeMedium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anropeLight-bold.fntdata"/><Relationship Id="rId16" Type="http://schemas.openxmlformats.org/officeDocument/2006/relationships/font" Target="fonts/ManropeLight-regular.fntdata"/><Relationship Id="rId19" Type="http://schemas.openxmlformats.org/officeDocument/2006/relationships/font" Target="fonts/ManropeSemiBold-regular.fntdata"/><Relationship Id="rId18" Type="http://schemas.openxmlformats.org/officeDocument/2006/relationships/font" Target="fonts/Anton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edaac99d80_0_1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3edaac99d80_0_1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edaac99d80_1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3edaac99d80_1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edaac99d8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3edaac99d8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edaac99d80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3edaac99d80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3edaac99d80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3edaac99d80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3edaac99d80_1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3edaac99d80_1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3edaac99d80_1_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2" name="Google Shape;1202;g3edaac99d80_1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3edaac99d80_1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3edaac99d80_1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3edaac99d80_1_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3edaac99d80_1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TITLE">
  <p:cSld name="BLANK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4"/>
          <p:cNvGrpSpPr/>
          <p:nvPr/>
        </p:nvGrpSpPr>
        <p:grpSpPr>
          <a:xfrm>
            <a:off x="-23299" y="-8075"/>
            <a:ext cx="9190577" cy="5150040"/>
            <a:chOff x="11751" y="-6300"/>
            <a:chExt cx="9190577" cy="5150040"/>
          </a:xfrm>
        </p:grpSpPr>
        <p:grpSp>
          <p:nvGrpSpPr>
            <p:cNvPr id="55" name="Google Shape;55;p14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56" name="Google Shape;56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" name="Google Shape;57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" name="Google Shape;58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" name="Google Shape;59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" name="Google Shape;60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" name="Google Shape;61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" name="Google Shape;62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" name="Google Shape;63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" name="Google Shape;66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" name="Google Shape;67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" name="Google Shape;68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" name="Google Shape;69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" name="Google Shape;71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" name="Google Shape;72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" name="Google Shape;74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" name="Google Shape;77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8" name="Google Shape;78;p14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79" name="Google Shape;79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0" name="Google Shape;80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" name="Google Shape;86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" name="Google Shape;91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" name="Google Shape;92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" name="Google Shape;93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" name="Google Shape;94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" name="Google Shape;97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1" name="Google Shape;101;p14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102" name="Google Shape;102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3" name="Google Shape;103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4" name="Google Shape;104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5" name="Google Shape;105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8" name="Google Shape;108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" name="Google Shape;109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0" name="Google Shape;110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1" name="Google Shape;111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" name="Google Shape;112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3" name="Google Shape;113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4" name="Google Shape;114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8" name="Google Shape;118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9" name="Google Shape;119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0" name="Google Shape;120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2" name="Google Shape;122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" name="Google Shape;123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24" name="Google Shape;124;p14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125" name="Google Shape;125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" name="Google Shape;126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" name="Google Shape;127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" name="Google Shape;128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" name="Google Shape;129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" name="Google Shape;130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" name="Google Shape;131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2" name="Google Shape;132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3" name="Google Shape;133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4" name="Google Shape;134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5" name="Google Shape;135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6" name="Google Shape;136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7" name="Google Shape;137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8" name="Google Shape;138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9" name="Google Shape;139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0" name="Google Shape;140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1" name="Google Shape;141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" name="Google Shape;142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" name="Google Shape;143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" name="Google Shape;144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" name="Google Shape;145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" name="Google Shape;146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47" name="Google Shape;147;p14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2" type="title"/>
          </p:nvPr>
        </p:nvSpPr>
        <p:spPr>
          <a:xfrm rot="-54379">
            <a:off x="5015453" y="3227438"/>
            <a:ext cx="1517290" cy="301238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49" name="Google Shape;149;p14"/>
          <p:cNvSpPr txBox="1"/>
          <p:nvPr>
            <p:ph idx="1" type="body"/>
          </p:nvPr>
        </p:nvSpPr>
        <p:spPr>
          <a:xfrm>
            <a:off x="2422100" y="4170725"/>
            <a:ext cx="4304400" cy="4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50" name="Google Shape;150;p14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51" name="Google Shape;151;p14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1"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/>
          <p:nvPr/>
        </p:nvSpPr>
        <p:spPr>
          <a:xfrm>
            <a:off x="0" y="0"/>
            <a:ext cx="9161700" cy="5143500"/>
          </a:xfrm>
          <a:prstGeom prst="snip1Rect">
            <a:avLst>
              <a:gd fmla="val 241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4" name="Google Shape;154;p15"/>
          <p:cNvSpPr txBox="1"/>
          <p:nvPr>
            <p:ph type="title"/>
          </p:nvPr>
        </p:nvSpPr>
        <p:spPr>
          <a:xfrm>
            <a:off x="460500" y="2025700"/>
            <a:ext cx="4703100" cy="1821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b="0" sz="9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460500" y="4085525"/>
            <a:ext cx="3501600" cy="59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56" name="Google Shape;156;p15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idx="1" type="body"/>
          </p:nvPr>
        </p:nvSpPr>
        <p:spPr>
          <a:xfrm>
            <a:off x="925650" y="1204025"/>
            <a:ext cx="40287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23850" lvl="1" marL="914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23850" lvl="2" marL="1371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23850" lvl="3" marL="1828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23850" lvl="4" marL="22860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23850" lvl="5" marL="2743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23850" lvl="6" marL="3200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23850" lvl="7" marL="3657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23850" lvl="8" marL="4114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-6750" y="576950"/>
            <a:ext cx="9144146" cy="4114800"/>
            <a:chOff x="-6750" y="576950"/>
            <a:chExt cx="9144146" cy="4114800"/>
          </a:xfrm>
        </p:grpSpPr>
        <p:cxnSp>
          <p:nvCxnSpPr>
            <p:cNvPr id="160" name="Google Shape;160;p16"/>
            <p:cNvCxnSpPr/>
            <p:nvPr/>
          </p:nvCxnSpPr>
          <p:spPr>
            <a:xfrm>
              <a:off x="-6750" y="5769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16"/>
            <p:cNvCxnSpPr/>
            <p:nvPr/>
          </p:nvCxnSpPr>
          <p:spPr>
            <a:xfrm>
              <a:off x="-4" y="10913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16"/>
            <p:cNvCxnSpPr/>
            <p:nvPr/>
          </p:nvCxnSpPr>
          <p:spPr>
            <a:xfrm>
              <a:off x="-4" y="16056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16"/>
            <p:cNvCxnSpPr/>
            <p:nvPr/>
          </p:nvCxnSpPr>
          <p:spPr>
            <a:xfrm>
              <a:off x="-4" y="21200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16"/>
            <p:cNvCxnSpPr/>
            <p:nvPr/>
          </p:nvCxnSpPr>
          <p:spPr>
            <a:xfrm>
              <a:off x="-4" y="26343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16"/>
            <p:cNvCxnSpPr/>
            <p:nvPr/>
          </p:nvCxnSpPr>
          <p:spPr>
            <a:xfrm>
              <a:off x="-4" y="31487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16"/>
            <p:cNvCxnSpPr/>
            <p:nvPr/>
          </p:nvCxnSpPr>
          <p:spPr>
            <a:xfrm>
              <a:off x="-4" y="36630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16"/>
            <p:cNvCxnSpPr/>
            <p:nvPr/>
          </p:nvCxnSpPr>
          <p:spPr>
            <a:xfrm>
              <a:off x="-4" y="41774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16"/>
            <p:cNvCxnSpPr/>
            <p:nvPr/>
          </p:nvCxnSpPr>
          <p:spPr>
            <a:xfrm>
              <a:off x="-4" y="46917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69" name="Google Shape;169;p16"/>
          <p:cNvCxnSpPr/>
          <p:nvPr/>
        </p:nvCxnSpPr>
        <p:spPr>
          <a:xfrm>
            <a:off x="7103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16"/>
          <p:cNvCxnSpPr/>
          <p:nvPr/>
        </p:nvCxnSpPr>
        <p:spPr>
          <a:xfrm>
            <a:off x="66482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16"/>
          <p:cNvSpPr/>
          <p:nvPr/>
        </p:nvSpPr>
        <p:spPr>
          <a:xfrm>
            <a:off x="245425" y="1542047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45425" y="3599460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3" name="Google Shape;173;p16"/>
          <p:cNvSpPr txBox="1"/>
          <p:nvPr>
            <p:ph type="title"/>
          </p:nvPr>
        </p:nvSpPr>
        <p:spPr>
          <a:xfrm rot="-289081">
            <a:off x="587746" y="495097"/>
            <a:ext cx="2100221" cy="569601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Anton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Quarter's Goals">
  <p:cSld name="CUSTOM_1_1_3_1_1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7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76" name="Google Shape;176;p17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" name="Google Shape;177;p17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" name="Google Shape;178;p17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" name="Google Shape;179;p17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" name="Google Shape;180;p17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" name="Google Shape;181;p17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" name="Google Shape;182;p17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" name="Google Shape;183;p17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4" name="Google Shape;184;p17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85" name="Google Shape;185;p17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6" name="Google Shape;186;p17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187" name="Google Shape;187;p17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88" name="Google Shape;188;p17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89" name="Google Shape;189;p1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0" name="Google Shape;190;p1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1" name="Google Shape;191;p1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92" name="Google Shape;192;p17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93" name="Google Shape;193;p1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4" name="Google Shape;194;p1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5" name="Google Shape;195;p1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96" name="Google Shape;196;p17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97" name="Google Shape;197;p1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8" name="Google Shape;198;p1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9" name="Google Shape;199;p1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0" name="Google Shape;200;p17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01" name="Google Shape;201;p1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2" name="Google Shape;202;p1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03" name="Google Shape;203;p17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04" name="Google Shape;204;p17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" type="body"/>
          </p:nvPr>
        </p:nvSpPr>
        <p:spPr>
          <a:xfrm>
            <a:off x="3993050" y="2658175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06" name="Google Shape;206;p17"/>
          <p:cNvSpPr txBox="1"/>
          <p:nvPr>
            <p:ph idx="2" type="body"/>
          </p:nvPr>
        </p:nvSpPr>
        <p:spPr>
          <a:xfrm>
            <a:off x="3993050" y="36684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07" name="Google Shape;207;p17"/>
          <p:cNvSpPr txBox="1"/>
          <p:nvPr>
            <p:ph idx="3" type="body"/>
          </p:nvPr>
        </p:nvSpPr>
        <p:spPr>
          <a:xfrm>
            <a:off x="3993050" y="16445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4" type="title"/>
          </p:nvPr>
        </p:nvSpPr>
        <p:spPr>
          <a:xfrm>
            <a:off x="1075800" y="2925625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09" name="Google Shape;209;p17"/>
          <p:cNvSpPr txBox="1"/>
          <p:nvPr>
            <p:ph idx="5" type="title"/>
          </p:nvPr>
        </p:nvSpPr>
        <p:spPr>
          <a:xfrm>
            <a:off x="1075800" y="39359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0" name="Google Shape;210;p17"/>
          <p:cNvSpPr txBox="1"/>
          <p:nvPr>
            <p:ph idx="6" type="title"/>
          </p:nvPr>
        </p:nvSpPr>
        <p:spPr>
          <a:xfrm>
            <a:off x="1075800" y="19120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1" name="Google Shape;211;p17"/>
          <p:cNvSpPr txBox="1"/>
          <p:nvPr>
            <p:ph idx="7" type="title"/>
          </p:nvPr>
        </p:nvSpPr>
        <p:spPr>
          <a:xfrm>
            <a:off x="543400" y="19120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12" name="Google Shape;212;p17"/>
          <p:cNvSpPr txBox="1"/>
          <p:nvPr>
            <p:ph idx="8" type="title"/>
          </p:nvPr>
        </p:nvSpPr>
        <p:spPr>
          <a:xfrm>
            <a:off x="543400" y="2925625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13" name="Google Shape;213;p17"/>
          <p:cNvSpPr txBox="1"/>
          <p:nvPr>
            <p:ph idx="9" type="title"/>
          </p:nvPr>
        </p:nvSpPr>
        <p:spPr>
          <a:xfrm>
            <a:off x="543400" y="39359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_1_1_3_1"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 txBox="1"/>
          <p:nvPr>
            <p:ph type="title"/>
          </p:nvPr>
        </p:nvSpPr>
        <p:spPr>
          <a:xfrm rot="276584">
            <a:off x="5845454" y="1487909"/>
            <a:ext cx="2123971" cy="49600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6" name="Google Shape;216;p18"/>
          <p:cNvSpPr txBox="1"/>
          <p:nvPr>
            <p:ph idx="1" type="body"/>
          </p:nvPr>
        </p:nvSpPr>
        <p:spPr>
          <a:xfrm rot="274997">
            <a:off x="5798057" y="2041282"/>
            <a:ext cx="2121183" cy="603735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7" name="Google Shape;217;p18"/>
          <p:cNvSpPr txBox="1"/>
          <p:nvPr>
            <p:ph idx="2" type="title"/>
          </p:nvPr>
        </p:nvSpPr>
        <p:spPr>
          <a:xfrm rot="-689737">
            <a:off x="3250012" y="1354783"/>
            <a:ext cx="2124008" cy="49592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18"/>
          <p:cNvSpPr txBox="1"/>
          <p:nvPr>
            <p:ph idx="3" type="body"/>
          </p:nvPr>
        </p:nvSpPr>
        <p:spPr>
          <a:xfrm rot="-691086">
            <a:off x="3372841" y="1897943"/>
            <a:ext cx="2121422" cy="603767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9" name="Google Shape;219;p18"/>
          <p:cNvSpPr txBox="1"/>
          <p:nvPr>
            <p:ph idx="4" type="title"/>
          </p:nvPr>
        </p:nvSpPr>
        <p:spPr>
          <a:xfrm>
            <a:off x="508875" y="1801500"/>
            <a:ext cx="2645400" cy="16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400"/>
              <a:buNone/>
              <a:defRPr b="0" sz="6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20" name="Google Shape;220;p18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224" name="Google Shape;224;p18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18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18"/>
          <p:cNvSpPr txBox="1"/>
          <p:nvPr>
            <p:ph idx="5" type="title"/>
          </p:nvPr>
        </p:nvSpPr>
        <p:spPr>
          <a:xfrm rot="486">
            <a:off x="4078754" y="2803718"/>
            <a:ext cx="21240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7" name="Google Shape;227;p18"/>
          <p:cNvSpPr txBox="1"/>
          <p:nvPr>
            <p:ph idx="6" type="body"/>
          </p:nvPr>
        </p:nvSpPr>
        <p:spPr>
          <a:xfrm rot="-972">
            <a:off x="4080134" y="3359087"/>
            <a:ext cx="2121300" cy="603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">
  <p:cSld name="CUSTOM_1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19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230" name="Google Shape;230;p19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p19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2" name="Google Shape;232;p19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3" name="Google Shape;233;p19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4" name="Google Shape;234;p19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5" name="Google Shape;235;p19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6" name="Google Shape;236;p19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7" name="Google Shape;237;p19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8" name="Google Shape;238;p19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39" name="Google Shape;239;p19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0" name="Google Shape;240;p19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241" name="Google Shape;241;p19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242" name="Google Shape;242;p19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243" name="Google Shape;243;p1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44" name="Google Shape;244;p1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45" name="Google Shape;245;p19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46" name="Google Shape;246;p19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247" name="Google Shape;247;p1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48" name="Google Shape;248;p1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49" name="Google Shape;249;p19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50" name="Google Shape;250;p19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251" name="Google Shape;251;p1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2" name="Google Shape;252;p1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3" name="Google Shape;253;p19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54" name="Google Shape;254;p19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55" name="Google Shape;255;p1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6" name="Google Shape;256;p1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57" name="Google Shape;257;p19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58" name="Google Shape;258;p19"/>
          <p:cNvSpPr txBox="1"/>
          <p:nvPr>
            <p:ph type="title"/>
          </p:nvPr>
        </p:nvSpPr>
        <p:spPr>
          <a:xfrm>
            <a:off x="87132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59" name="Google Shape;259;p19"/>
          <p:cNvSpPr txBox="1"/>
          <p:nvPr>
            <p:ph idx="2" type="title"/>
          </p:nvPr>
        </p:nvSpPr>
        <p:spPr>
          <a:xfrm>
            <a:off x="3587619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60" name="Google Shape;260;p19"/>
          <p:cNvSpPr txBox="1"/>
          <p:nvPr>
            <p:ph idx="3" type="title"/>
          </p:nvPr>
        </p:nvSpPr>
        <p:spPr>
          <a:xfrm>
            <a:off x="617907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61" name="Google Shape;261;p19"/>
          <p:cNvSpPr/>
          <p:nvPr>
            <p:ph idx="4" type="pic"/>
          </p:nvPr>
        </p:nvSpPr>
        <p:spPr>
          <a:xfrm>
            <a:off x="895300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19"/>
          <p:cNvSpPr/>
          <p:nvPr>
            <p:ph idx="5" type="pic"/>
          </p:nvPr>
        </p:nvSpPr>
        <p:spPr>
          <a:xfrm>
            <a:off x="360577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19"/>
          <p:cNvSpPr/>
          <p:nvPr>
            <p:ph idx="6" type="pic"/>
          </p:nvPr>
        </p:nvSpPr>
        <p:spPr>
          <a:xfrm>
            <a:off x="619722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19"/>
          <p:cNvSpPr txBox="1"/>
          <p:nvPr>
            <p:ph idx="1" type="subTitle"/>
          </p:nvPr>
        </p:nvSpPr>
        <p:spPr>
          <a:xfrm>
            <a:off x="1187675" y="4299825"/>
            <a:ext cx="1667700" cy="2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19"/>
          <p:cNvSpPr txBox="1"/>
          <p:nvPr>
            <p:ph idx="7" type="subTitle"/>
          </p:nvPr>
        </p:nvSpPr>
        <p:spPr>
          <a:xfrm rot="-214117">
            <a:off x="3902250" y="4346193"/>
            <a:ext cx="1667634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19"/>
          <p:cNvSpPr txBox="1"/>
          <p:nvPr>
            <p:ph idx="8" type="subTitle"/>
          </p:nvPr>
        </p:nvSpPr>
        <p:spPr>
          <a:xfrm rot="215969">
            <a:off x="6495540" y="4324572"/>
            <a:ext cx="1667690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BLANK_1_1_1_1_1_1_1_1_1_1_1_1"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9" name="Google Shape;269;p20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0" name="Google Shape;270;p20"/>
          <p:cNvSpPr/>
          <p:nvPr/>
        </p:nvSpPr>
        <p:spPr>
          <a:xfrm rot="134178">
            <a:off x="5002593" y="293901"/>
            <a:ext cx="3782581" cy="45556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1" name="Google Shape;271;p20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72" name="Google Shape;272;p20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73" name="Google Shape;273;p20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BLANK_1_1_1_1_1_1_1_1_1_1_1_1_2_1">
    <p:bg>
      <p:bgPr>
        <a:solidFill>
          <a:schemeClr val="lt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/>
          <p:nvPr/>
        </p:nvSpPr>
        <p:spPr>
          <a:xfrm rot="482751">
            <a:off x="407815" y="419618"/>
            <a:ext cx="3577314" cy="43084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6" name="Google Shape;276;p21"/>
          <p:cNvSpPr/>
          <p:nvPr>
            <p:ph idx="2" type="pic"/>
          </p:nvPr>
        </p:nvSpPr>
        <p:spPr>
          <a:xfrm>
            <a:off x="4372975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21"/>
          <p:cNvSpPr/>
          <p:nvPr/>
        </p:nvSpPr>
        <p:spPr>
          <a:xfrm rot="-98716">
            <a:off x="327421" y="293858"/>
            <a:ext cx="3782459" cy="455587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8" name="Google Shape;278;p21"/>
          <p:cNvSpPr txBox="1"/>
          <p:nvPr>
            <p:ph type="title"/>
          </p:nvPr>
        </p:nvSpPr>
        <p:spPr>
          <a:xfrm rot="-108624">
            <a:off x="673475" y="530154"/>
            <a:ext cx="3038717" cy="61381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79" name="Google Shape;279;p21"/>
          <p:cNvSpPr txBox="1"/>
          <p:nvPr>
            <p:ph idx="1" type="body"/>
          </p:nvPr>
        </p:nvSpPr>
        <p:spPr>
          <a:xfrm flipH="1" rot="-131721">
            <a:off x="577990" y="3865770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3">
  <p:cSld name="BLANK_1_1_1_1_1_1_1_1_1_1_1_1_2">
    <p:bg>
      <p:bgPr>
        <a:solidFill>
          <a:schemeClr val="lt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2" name="Google Shape;282;p22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22"/>
          <p:cNvSpPr/>
          <p:nvPr/>
        </p:nvSpPr>
        <p:spPr>
          <a:xfrm rot="134178">
            <a:off x="5002660" y="293903"/>
            <a:ext cx="3782581" cy="45556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4" name="Google Shape;284;p22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86" name="Google Shape;286;p22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">
  <p:cSld name="CUSTOM_1_1_3_1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23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289" name="Google Shape;289;p23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0" name="Google Shape;290;p23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1" name="Google Shape;291;p23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2" name="Google Shape;292;p23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3" name="Google Shape;293;p23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4" name="Google Shape;294;p23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5" name="Google Shape;295;p23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6" name="Google Shape;296;p23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7" name="Google Shape;297;p23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98" name="Google Shape;298;p23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9" name="Google Shape;299;p23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300" name="Google Shape;300;p23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301" name="Google Shape;301;p23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302" name="Google Shape;302;p2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03" name="Google Shape;303;p2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04" name="Google Shape;304;p23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305" name="Google Shape;305;p23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306" name="Google Shape;306;p2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07" name="Google Shape;307;p2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08" name="Google Shape;308;p23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309" name="Google Shape;309;p23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310" name="Google Shape;310;p2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11" name="Google Shape;311;p2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12" name="Google Shape;312;p23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313" name="Google Shape;313;p23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314" name="Google Shape;314;p2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15" name="Google Shape;315;p2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316" name="Google Shape;316;p23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317" name="Google Shape;317;p23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23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4"/>
          <p:cNvSpPr txBox="1"/>
          <p:nvPr>
            <p:ph idx="1" type="body"/>
          </p:nvPr>
        </p:nvSpPr>
        <p:spPr>
          <a:xfrm rot="-188853">
            <a:off x="683183" y="2219155"/>
            <a:ext cx="1890452" cy="148634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321" name="Google Shape;321;p24"/>
          <p:cNvGrpSpPr/>
          <p:nvPr/>
        </p:nvGrpSpPr>
        <p:grpSpPr>
          <a:xfrm>
            <a:off x="8663938" y="3954675"/>
            <a:ext cx="502925" cy="1209925"/>
            <a:chOff x="8642600" y="3954675"/>
            <a:chExt cx="502925" cy="1209925"/>
          </a:xfrm>
        </p:grpSpPr>
        <p:sp>
          <p:nvSpPr>
            <p:cNvPr id="322" name="Google Shape;322;p24"/>
            <p:cNvSpPr/>
            <p:nvPr/>
          </p:nvSpPr>
          <p:spPr>
            <a:xfrm>
              <a:off x="8642600" y="3954675"/>
              <a:ext cx="502925" cy="1196325"/>
            </a:xfrm>
            <a:custGeom>
              <a:rect b="b" l="l" r="r" t="t"/>
              <a:pathLst>
                <a:path extrusionOk="0" h="47853" w="20117">
                  <a:moveTo>
                    <a:pt x="20117" y="0"/>
                  </a:moveTo>
                  <a:lnTo>
                    <a:pt x="20117" y="47853"/>
                  </a:lnTo>
                  <a:lnTo>
                    <a:pt x="0" y="478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cxnSp>
          <p:nvCxnSpPr>
            <p:cNvPr id="323" name="Google Shape;323;p24"/>
            <p:cNvCxnSpPr/>
            <p:nvPr/>
          </p:nvCxnSpPr>
          <p:spPr>
            <a:xfrm flipH="1">
              <a:off x="8779700" y="4349200"/>
              <a:ext cx="358200" cy="815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24" name="Google Shape;324;p24"/>
          <p:cNvSpPr txBox="1"/>
          <p:nvPr>
            <p:ph idx="2" type="body"/>
          </p:nvPr>
        </p:nvSpPr>
        <p:spPr>
          <a:xfrm rot="124964">
            <a:off x="5014631" y="765881"/>
            <a:ext cx="1890349" cy="14862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25" name="Google Shape;325;p24"/>
          <p:cNvSpPr txBox="1"/>
          <p:nvPr>
            <p:ph idx="3" type="body"/>
          </p:nvPr>
        </p:nvSpPr>
        <p:spPr>
          <a:xfrm rot="351430">
            <a:off x="3021711" y="3296608"/>
            <a:ext cx="1890268" cy="1486173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26" name="Google Shape;326;p24"/>
          <p:cNvSpPr txBox="1"/>
          <p:nvPr>
            <p:ph idx="4" type="body"/>
          </p:nvPr>
        </p:nvSpPr>
        <p:spPr>
          <a:xfrm rot="3819">
            <a:off x="6728901" y="3168092"/>
            <a:ext cx="1890601" cy="148590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27" name="Google Shape;327;p24"/>
          <p:cNvSpPr txBox="1"/>
          <p:nvPr>
            <p:ph type="title"/>
          </p:nvPr>
        </p:nvSpPr>
        <p:spPr>
          <a:xfrm>
            <a:off x="513300" y="375350"/>
            <a:ext cx="2796300" cy="6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28" name="Google Shape;328;p24"/>
          <p:cNvSpPr txBox="1"/>
          <p:nvPr>
            <p:ph idx="5" type="subTitle"/>
          </p:nvPr>
        </p:nvSpPr>
        <p:spPr>
          <a:xfrm rot="-226014">
            <a:off x="619152" y="1527866"/>
            <a:ext cx="1890484" cy="5477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29" name="Google Shape;329;p24"/>
          <p:cNvSpPr txBox="1"/>
          <p:nvPr>
            <p:ph idx="6" type="subTitle"/>
          </p:nvPr>
        </p:nvSpPr>
        <p:spPr>
          <a:xfrm rot="126162">
            <a:off x="5024491" y="108292"/>
            <a:ext cx="1970527" cy="54966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30" name="Google Shape;330;p24"/>
          <p:cNvSpPr txBox="1"/>
          <p:nvPr>
            <p:ph idx="7" type="subTitle"/>
          </p:nvPr>
        </p:nvSpPr>
        <p:spPr>
          <a:xfrm rot="348762">
            <a:off x="3115150" y="2659506"/>
            <a:ext cx="1943191" cy="54609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31" name="Google Shape;331;p24"/>
          <p:cNvSpPr txBox="1"/>
          <p:nvPr>
            <p:ph idx="8" type="subTitle"/>
          </p:nvPr>
        </p:nvSpPr>
        <p:spPr>
          <a:xfrm rot="-59757">
            <a:off x="6687978" y="2476634"/>
            <a:ext cx="1915789" cy="5496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BLANK_1_1_1_1_1_1_1_1">
    <p:bg>
      <p:bgPr>
        <a:solidFill>
          <a:schemeClr val="lt1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5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4" name="Google Shape;334;p25"/>
          <p:cNvSpPr txBox="1"/>
          <p:nvPr/>
        </p:nvSpPr>
        <p:spPr>
          <a:xfrm>
            <a:off x="5712000" y="3474850"/>
            <a:ext cx="732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" sz="7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i="1" sz="72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35" name="Google Shape;335;p25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6" name="Google Shape;336;p25"/>
          <p:cNvSpPr txBox="1"/>
          <p:nvPr>
            <p:ph idx="2" type="title"/>
          </p:nvPr>
        </p:nvSpPr>
        <p:spPr>
          <a:xfrm rot="-173518">
            <a:off x="5146753" y="4343806"/>
            <a:ext cx="1974114" cy="245408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0"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37" name="Google Shape;337;p25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341" name="Google Shape;341;p25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25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25"/>
          <p:cNvSpPr txBox="1"/>
          <p:nvPr>
            <p:ph idx="3" type="title"/>
          </p:nvPr>
        </p:nvSpPr>
        <p:spPr>
          <a:xfrm rot="-130161">
            <a:off x="5805931" y="3651002"/>
            <a:ext cx="2662908" cy="73313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BLANK_1_1_1_1_1_1_1_1_2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26"/>
          <p:cNvGrpSpPr/>
          <p:nvPr/>
        </p:nvGrpSpPr>
        <p:grpSpPr>
          <a:xfrm>
            <a:off x="0" y="-6300"/>
            <a:ext cx="9143705" cy="5150040"/>
            <a:chOff x="11751" y="-6300"/>
            <a:chExt cx="9190577" cy="5150040"/>
          </a:xfrm>
        </p:grpSpPr>
        <p:grpSp>
          <p:nvGrpSpPr>
            <p:cNvPr id="346" name="Google Shape;346;p26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347" name="Google Shape;347;p2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8" name="Google Shape;348;p2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9" name="Google Shape;349;p2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2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2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2" name="Google Shape;352;p2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3" name="Google Shape;353;p2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4" name="Google Shape;354;p2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5" name="Google Shape;355;p2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6" name="Google Shape;356;p2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2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8" name="Google Shape;358;p2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9" name="Google Shape;359;p2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0" name="Google Shape;360;p2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1" name="Google Shape;361;p2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2" name="Google Shape;362;p2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3" name="Google Shape;363;p2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4" name="Google Shape;364;p2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5" name="Google Shape;365;p2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6" name="Google Shape;366;p2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2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2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69" name="Google Shape;369;p26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70" name="Google Shape;370;p2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1" name="Google Shape;371;p2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2" name="Google Shape;372;p2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3" name="Google Shape;373;p2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4" name="Google Shape;374;p2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5" name="Google Shape;375;p2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6" name="Google Shape;376;p2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7" name="Google Shape;377;p2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8" name="Google Shape;378;p2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9" name="Google Shape;379;p2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0" name="Google Shape;380;p2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1" name="Google Shape;381;p2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2" name="Google Shape;382;p2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3" name="Google Shape;383;p2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4" name="Google Shape;384;p2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5" name="Google Shape;385;p2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6" name="Google Shape;386;p2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7" name="Google Shape;387;p2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8" name="Google Shape;388;p2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9" name="Google Shape;389;p2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0" name="Google Shape;390;p2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1" name="Google Shape;391;p2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92" name="Google Shape;392;p26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393" name="Google Shape;393;p2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4" name="Google Shape;394;p2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5" name="Google Shape;395;p2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6" name="Google Shape;396;p2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7" name="Google Shape;397;p2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8" name="Google Shape;398;p2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9" name="Google Shape;399;p2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0" name="Google Shape;400;p2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1" name="Google Shape;401;p2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2" name="Google Shape;402;p2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3" name="Google Shape;403;p2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4" name="Google Shape;404;p2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5" name="Google Shape;405;p2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6" name="Google Shape;406;p2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7" name="Google Shape;407;p2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8" name="Google Shape;408;p2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9" name="Google Shape;409;p2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0" name="Google Shape;410;p2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1" name="Google Shape;411;p2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2" name="Google Shape;412;p2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3" name="Google Shape;413;p2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4" name="Google Shape;414;p2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15" name="Google Shape;415;p26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416" name="Google Shape;416;p2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7" name="Google Shape;417;p2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8" name="Google Shape;418;p2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9" name="Google Shape;419;p2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0" name="Google Shape;420;p2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1" name="Google Shape;421;p2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2" name="Google Shape;422;p2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3" name="Google Shape;423;p2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4" name="Google Shape;424;p2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5" name="Google Shape;425;p2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6" name="Google Shape;426;p2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7" name="Google Shape;427;p2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8" name="Google Shape;428;p2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9" name="Google Shape;429;p2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0" name="Google Shape;430;p2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1" name="Google Shape;431;p2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2" name="Google Shape;432;p2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3" name="Google Shape;433;p2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4" name="Google Shape;434;p2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5" name="Google Shape;435;p2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6" name="Google Shape;436;p2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7" name="Google Shape;437;p2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438" name="Google Shape;438;p26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439" name="Google Shape;439;p26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0" name="Google Shape;440;p26"/>
          <p:cNvSpPr txBox="1"/>
          <p:nvPr>
            <p:ph idx="2" type="title"/>
          </p:nvPr>
        </p:nvSpPr>
        <p:spPr>
          <a:xfrm rot="-173518">
            <a:off x="5146753" y="4388081"/>
            <a:ext cx="1974114" cy="245408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441" name="Google Shape;441;p26"/>
          <p:cNvSpPr txBox="1"/>
          <p:nvPr>
            <p:ph idx="3" type="title"/>
          </p:nvPr>
        </p:nvSpPr>
        <p:spPr>
          <a:xfrm rot="-130161">
            <a:off x="5801505" y="3629872"/>
            <a:ext cx="2662908" cy="632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BLANK_1_1_1_1_1_1_1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oogle Shape;443;p27"/>
          <p:cNvGrpSpPr/>
          <p:nvPr/>
        </p:nvGrpSpPr>
        <p:grpSpPr>
          <a:xfrm>
            <a:off x="0" y="939481"/>
            <a:ext cx="9144000" cy="3964219"/>
            <a:chOff x="0" y="939481"/>
            <a:chExt cx="9144000" cy="3964219"/>
          </a:xfrm>
        </p:grpSpPr>
        <p:cxnSp>
          <p:nvCxnSpPr>
            <p:cNvPr id="444" name="Google Shape;444;p27"/>
            <p:cNvCxnSpPr/>
            <p:nvPr/>
          </p:nvCxnSpPr>
          <p:spPr>
            <a:xfrm>
              <a:off x="0" y="939481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5" name="Google Shape;445;p27"/>
            <p:cNvCxnSpPr/>
            <p:nvPr/>
          </p:nvCxnSpPr>
          <p:spPr>
            <a:xfrm>
              <a:off x="0" y="2846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6" name="Google Shape;446;p27"/>
            <p:cNvCxnSpPr/>
            <p:nvPr/>
          </p:nvCxnSpPr>
          <p:spPr>
            <a:xfrm>
              <a:off x="0" y="3074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7" name="Google Shape;447;p27"/>
            <p:cNvCxnSpPr/>
            <p:nvPr/>
          </p:nvCxnSpPr>
          <p:spPr>
            <a:xfrm>
              <a:off x="0" y="3303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8" name="Google Shape;448;p27"/>
            <p:cNvCxnSpPr/>
            <p:nvPr/>
          </p:nvCxnSpPr>
          <p:spPr>
            <a:xfrm>
              <a:off x="0" y="3532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9" name="Google Shape;449;p27"/>
            <p:cNvCxnSpPr/>
            <p:nvPr/>
          </p:nvCxnSpPr>
          <p:spPr>
            <a:xfrm>
              <a:off x="0" y="3760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0" name="Google Shape;450;p27"/>
            <p:cNvCxnSpPr/>
            <p:nvPr/>
          </p:nvCxnSpPr>
          <p:spPr>
            <a:xfrm>
              <a:off x="0" y="3989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1" name="Google Shape;451;p27"/>
            <p:cNvCxnSpPr/>
            <p:nvPr/>
          </p:nvCxnSpPr>
          <p:spPr>
            <a:xfrm>
              <a:off x="0" y="4217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2" name="Google Shape;452;p27"/>
            <p:cNvCxnSpPr/>
            <p:nvPr/>
          </p:nvCxnSpPr>
          <p:spPr>
            <a:xfrm>
              <a:off x="0" y="4446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3" name="Google Shape;453;p27"/>
            <p:cNvCxnSpPr/>
            <p:nvPr/>
          </p:nvCxnSpPr>
          <p:spPr>
            <a:xfrm>
              <a:off x="0" y="4675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4" name="Google Shape;454;p27"/>
            <p:cNvCxnSpPr/>
            <p:nvPr/>
          </p:nvCxnSpPr>
          <p:spPr>
            <a:xfrm>
              <a:off x="0" y="4903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55" name="Google Shape;455;p27"/>
          <p:cNvSpPr/>
          <p:nvPr/>
        </p:nvSpPr>
        <p:spPr>
          <a:xfrm rot="341415">
            <a:off x="4870163" y="329972"/>
            <a:ext cx="3279862" cy="4606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56" name="Google Shape;456;p27"/>
          <p:cNvGrpSpPr/>
          <p:nvPr/>
        </p:nvGrpSpPr>
        <p:grpSpPr>
          <a:xfrm rot="341264">
            <a:off x="4864199" y="350512"/>
            <a:ext cx="184449" cy="4334311"/>
            <a:chOff x="5380497" y="383100"/>
            <a:chExt cx="189628" cy="4456010"/>
          </a:xfrm>
        </p:grpSpPr>
        <p:grpSp>
          <p:nvGrpSpPr>
            <p:cNvPr id="457" name="Google Shape;457;p27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458" name="Google Shape;458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59" name="Google Shape;459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0" name="Google Shape;460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1" name="Google Shape;461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62" name="Google Shape;462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3" name="Google Shape;463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4" name="Google Shape;464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65" name="Google Shape;465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6" name="Google Shape;466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67" name="Google Shape;467;p27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468" name="Google Shape;468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69" name="Google Shape;469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0" name="Google Shape;470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1" name="Google Shape;471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72" name="Google Shape;472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3" name="Google Shape;473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4" name="Google Shape;474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75" name="Google Shape;475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6" name="Google Shape;476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77" name="Google Shape;477;p27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478" name="Google Shape;478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79" name="Google Shape;479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0" name="Google Shape;480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81" name="Google Shape;481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82" name="Google Shape;482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3" name="Google Shape;483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84" name="Google Shape;484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85" name="Google Shape;485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6" name="Google Shape;486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87" name="Google Shape;487;p27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488" name="Google Shape;488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89" name="Google Shape;489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90" name="Google Shape;490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91" name="Google Shape;491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92" name="Google Shape;492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93" name="Google Shape;493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494" name="Google Shape;494;p27"/>
          <p:cNvSpPr/>
          <p:nvPr/>
        </p:nvSpPr>
        <p:spPr>
          <a:xfrm>
            <a:off x="5136896" y="329628"/>
            <a:ext cx="3280500" cy="460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95" name="Google Shape;495;p27"/>
          <p:cNvGrpSpPr/>
          <p:nvPr/>
        </p:nvGrpSpPr>
        <p:grpSpPr>
          <a:xfrm>
            <a:off x="5137471" y="504148"/>
            <a:ext cx="184470" cy="4334807"/>
            <a:chOff x="5380497" y="383100"/>
            <a:chExt cx="189628" cy="4456010"/>
          </a:xfrm>
        </p:grpSpPr>
        <p:grpSp>
          <p:nvGrpSpPr>
            <p:cNvPr id="496" name="Google Shape;496;p27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497" name="Google Shape;497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98" name="Google Shape;498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99" name="Google Shape;499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00" name="Google Shape;500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01" name="Google Shape;501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02" name="Google Shape;502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03" name="Google Shape;503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504" name="Google Shape;504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05" name="Google Shape;505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506" name="Google Shape;506;p27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507" name="Google Shape;507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08" name="Google Shape;508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09" name="Google Shape;509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10" name="Google Shape;510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11" name="Google Shape;511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12" name="Google Shape;512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13" name="Google Shape;513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514" name="Google Shape;514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15" name="Google Shape;515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516" name="Google Shape;516;p27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517" name="Google Shape;517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18" name="Google Shape;518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19" name="Google Shape;519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20" name="Google Shape;520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21" name="Google Shape;521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22" name="Google Shape;522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23" name="Google Shape;523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524" name="Google Shape;524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25" name="Google Shape;525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526" name="Google Shape;526;p27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527" name="Google Shape;527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28" name="Google Shape;528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29" name="Google Shape;529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30" name="Google Shape;530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31" name="Google Shape;531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32" name="Google Shape;532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533" name="Google Shape;533;p27"/>
          <p:cNvSpPr txBox="1"/>
          <p:nvPr>
            <p:ph idx="1" type="body"/>
          </p:nvPr>
        </p:nvSpPr>
        <p:spPr>
          <a:xfrm>
            <a:off x="5586600" y="641275"/>
            <a:ext cx="2627700" cy="31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534" name="Google Shape;534;p27"/>
          <p:cNvSpPr txBox="1"/>
          <p:nvPr>
            <p:ph type="title"/>
          </p:nvPr>
        </p:nvSpPr>
        <p:spPr>
          <a:xfrm>
            <a:off x="521275" y="525800"/>
            <a:ext cx="20949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otes ">
  <p:cSld name="CUSTOM_2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" name="Google Shape;536;p28"/>
          <p:cNvGrpSpPr/>
          <p:nvPr/>
        </p:nvGrpSpPr>
        <p:grpSpPr>
          <a:xfrm>
            <a:off x="0" y="-6300"/>
            <a:ext cx="9162087" cy="5150040"/>
            <a:chOff x="11751" y="-6300"/>
            <a:chExt cx="9190577" cy="5150040"/>
          </a:xfrm>
        </p:grpSpPr>
        <p:grpSp>
          <p:nvGrpSpPr>
            <p:cNvPr id="537" name="Google Shape;537;p28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538" name="Google Shape;538;p28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9" name="Google Shape;539;p28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0" name="Google Shape;540;p28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1" name="Google Shape;541;p28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2" name="Google Shape;542;p28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3" name="Google Shape;543;p28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4" name="Google Shape;544;p28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5" name="Google Shape;545;p28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6" name="Google Shape;546;p28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7" name="Google Shape;547;p28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8" name="Google Shape;548;p28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9" name="Google Shape;549;p28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0" name="Google Shape;550;p28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1" name="Google Shape;551;p28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2" name="Google Shape;552;p28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3" name="Google Shape;553;p28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4" name="Google Shape;554;p28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5" name="Google Shape;555;p28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6" name="Google Shape;556;p28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7" name="Google Shape;557;p28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8" name="Google Shape;558;p28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9" name="Google Shape;559;p28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60" name="Google Shape;560;p28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561" name="Google Shape;561;p28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2" name="Google Shape;562;p28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3" name="Google Shape;563;p28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4" name="Google Shape;564;p28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5" name="Google Shape;565;p28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6" name="Google Shape;566;p28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7" name="Google Shape;567;p28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8" name="Google Shape;568;p28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9" name="Google Shape;569;p28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" name="Google Shape;570;p28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1" name="Google Shape;571;p28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2" name="Google Shape;572;p28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3" name="Google Shape;573;p28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4" name="Google Shape;574;p28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5" name="Google Shape;575;p28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6" name="Google Shape;576;p28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7" name="Google Shape;577;p28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8" name="Google Shape;578;p28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9" name="Google Shape;579;p28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0" name="Google Shape;580;p28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1" name="Google Shape;581;p28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2" name="Google Shape;582;p28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83" name="Google Shape;583;p28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584" name="Google Shape;584;p28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5" name="Google Shape;585;p28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6" name="Google Shape;586;p28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7" name="Google Shape;587;p28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8" name="Google Shape;588;p28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9" name="Google Shape;589;p28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0" name="Google Shape;590;p28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1" name="Google Shape;591;p28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2" name="Google Shape;592;p28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3" name="Google Shape;593;p28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4" name="Google Shape;594;p28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5" name="Google Shape;595;p28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6" name="Google Shape;596;p28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7" name="Google Shape;597;p28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8" name="Google Shape;598;p28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9" name="Google Shape;599;p28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0" name="Google Shape;600;p28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1" name="Google Shape;601;p28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2" name="Google Shape;602;p28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3" name="Google Shape;603;p28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4" name="Google Shape;604;p28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5" name="Google Shape;605;p28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606" name="Google Shape;606;p28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607" name="Google Shape;607;p28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8" name="Google Shape;608;p28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9" name="Google Shape;609;p28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0" name="Google Shape;610;p28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1" name="Google Shape;611;p28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2" name="Google Shape;612;p28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3" name="Google Shape;613;p28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4" name="Google Shape;614;p28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5" name="Google Shape;615;p28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6" name="Google Shape;616;p28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7" name="Google Shape;617;p28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8" name="Google Shape;618;p28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9" name="Google Shape;619;p28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0" name="Google Shape;620;p28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1" name="Google Shape;621;p28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2" name="Google Shape;622;p28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3" name="Google Shape;623;p28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4" name="Google Shape;624;p28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5" name="Google Shape;625;p28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6" name="Google Shape;626;p28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7" name="Google Shape;627;p28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8" name="Google Shape;628;p28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629" name="Google Shape;629;p28"/>
          <p:cNvSpPr txBox="1"/>
          <p:nvPr>
            <p:ph type="title"/>
          </p:nvPr>
        </p:nvSpPr>
        <p:spPr>
          <a:xfrm>
            <a:off x="532800" y="1269600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30" name="Google Shape;630;p28"/>
          <p:cNvSpPr txBox="1"/>
          <p:nvPr>
            <p:ph idx="1" type="subTitle"/>
          </p:nvPr>
        </p:nvSpPr>
        <p:spPr>
          <a:xfrm>
            <a:off x="520800" y="1711450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1" name="Google Shape;631;p28"/>
          <p:cNvSpPr txBox="1"/>
          <p:nvPr>
            <p:ph idx="2" type="subTitle"/>
          </p:nvPr>
        </p:nvSpPr>
        <p:spPr>
          <a:xfrm>
            <a:off x="531875" y="2928325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2" name="Google Shape;632;p28"/>
          <p:cNvSpPr txBox="1"/>
          <p:nvPr>
            <p:ph idx="3" type="title"/>
          </p:nvPr>
        </p:nvSpPr>
        <p:spPr>
          <a:xfrm rot="139861">
            <a:off x="3291201" y="1217875"/>
            <a:ext cx="2618467" cy="47289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33" name="Google Shape;633;p28"/>
          <p:cNvSpPr txBox="1"/>
          <p:nvPr>
            <p:ph idx="4" type="subTitle"/>
          </p:nvPr>
        </p:nvSpPr>
        <p:spPr>
          <a:xfrm rot="139761">
            <a:off x="3245632" y="1659003"/>
            <a:ext cx="2642483" cy="1240624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4" name="Google Shape;634;p28"/>
          <p:cNvSpPr txBox="1"/>
          <p:nvPr>
            <p:ph idx="5" type="subTitle"/>
          </p:nvPr>
        </p:nvSpPr>
        <p:spPr>
          <a:xfrm rot="139861">
            <a:off x="3224189" y="2875212"/>
            <a:ext cx="2618467" cy="395132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5" name="Google Shape;635;p28"/>
          <p:cNvSpPr txBox="1"/>
          <p:nvPr>
            <p:ph idx="6" type="title"/>
          </p:nvPr>
        </p:nvSpPr>
        <p:spPr>
          <a:xfrm>
            <a:off x="5994100" y="1252413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36" name="Google Shape;636;p28"/>
          <p:cNvSpPr txBox="1"/>
          <p:nvPr>
            <p:ph idx="7" type="subTitle"/>
          </p:nvPr>
        </p:nvSpPr>
        <p:spPr>
          <a:xfrm>
            <a:off x="5982100" y="1694263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7" name="Google Shape;637;p28"/>
          <p:cNvSpPr txBox="1"/>
          <p:nvPr>
            <p:ph idx="8" type="subTitle"/>
          </p:nvPr>
        </p:nvSpPr>
        <p:spPr>
          <a:xfrm>
            <a:off x="5993175" y="2911138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8" name="Google Shape;638;p28"/>
          <p:cNvSpPr txBox="1"/>
          <p:nvPr>
            <p:ph idx="9" type="subTitle"/>
          </p:nvPr>
        </p:nvSpPr>
        <p:spPr>
          <a:xfrm>
            <a:off x="3254000" y="3461675"/>
            <a:ext cx="25293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9" name="Google Shape;639;p28"/>
          <p:cNvSpPr txBox="1"/>
          <p:nvPr>
            <p:ph idx="13" type="subTitle"/>
          </p:nvPr>
        </p:nvSpPr>
        <p:spPr>
          <a:xfrm>
            <a:off x="3254000" y="384047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0" name="Google Shape;640;p28"/>
          <p:cNvSpPr txBox="1"/>
          <p:nvPr>
            <p:ph idx="14" type="subTitle"/>
          </p:nvPr>
        </p:nvSpPr>
        <p:spPr>
          <a:xfrm rot="-143344">
            <a:off x="503564" y="3472782"/>
            <a:ext cx="2526096" cy="935014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1" name="Google Shape;641;p28"/>
          <p:cNvSpPr txBox="1"/>
          <p:nvPr>
            <p:ph idx="15" type="subTitle"/>
          </p:nvPr>
        </p:nvSpPr>
        <p:spPr>
          <a:xfrm rot="-143157">
            <a:off x="515751" y="3848927"/>
            <a:ext cx="2644693" cy="761165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2" name="Google Shape;642;p28"/>
          <p:cNvSpPr txBox="1"/>
          <p:nvPr>
            <p:ph idx="16" type="subTitle"/>
          </p:nvPr>
        </p:nvSpPr>
        <p:spPr>
          <a:xfrm>
            <a:off x="5975950" y="3457125"/>
            <a:ext cx="25068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3" name="Google Shape;643;p28"/>
          <p:cNvSpPr txBox="1"/>
          <p:nvPr>
            <p:ph idx="17" type="subTitle"/>
          </p:nvPr>
        </p:nvSpPr>
        <p:spPr>
          <a:xfrm>
            <a:off x="5975950" y="383592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title and Note">
  <p:cSld name="CUSTOM_1_1_2_2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9"/>
          <p:cNvSpPr txBox="1"/>
          <p:nvPr>
            <p:ph idx="1" type="body"/>
          </p:nvPr>
        </p:nvSpPr>
        <p:spPr>
          <a:xfrm>
            <a:off x="509725" y="1130288"/>
            <a:ext cx="417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9pPr>
          </a:lstStyle>
          <a:p/>
        </p:txBody>
      </p:sp>
      <p:cxnSp>
        <p:nvCxnSpPr>
          <p:cNvPr id="646" name="Google Shape;646;p29"/>
          <p:cNvCxnSpPr/>
          <p:nvPr/>
        </p:nvCxnSpPr>
        <p:spPr>
          <a:xfrm>
            <a:off x="0" y="2846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7" name="Google Shape;647;p29"/>
          <p:cNvCxnSpPr/>
          <p:nvPr/>
        </p:nvCxnSpPr>
        <p:spPr>
          <a:xfrm>
            <a:off x="0" y="3074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8" name="Google Shape;648;p29"/>
          <p:cNvCxnSpPr/>
          <p:nvPr/>
        </p:nvCxnSpPr>
        <p:spPr>
          <a:xfrm>
            <a:off x="0" y="3303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9" name="Google Shape;649;p29"/>
          <p:cNvCxnSpPr/>
          <p:nvPr/>
        </p:nvCxnSpPr>
        <p:spPr>
          <a:xfrm>
            <a:off x="0" y="3532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0" name="Google Shape;650;p29"/>
          <p:cNvCxnSpPr/>
          <p:nvPr/>
        </p:nvCxnSpPr>
        <p:spPr>
          <a:xfrm>
            <a:off x="0" y="3760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1" name="Google Shape;651;p29"/>
          <p:cNvCxnSpPr/>
          <p:nvPr/>
        </p:nvCxnSpPr>
        <p:spPr>
          <a:xfrm>
            <a:off x="0" y="3989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2" name="Google Shape;652;p29"/>
          <p:cNvCxnSpPr/>
          <p:nvPr/>
        </p:nvCxnSpPr>
        <p:spPr>
          <a:xfrm>
            <a:off x="0" y="4217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29"/>
          <p:cNvCxnSpPr/>
          <p:nvPr/>
        </p:nvCxnSpPr>
        <p:spPr>
          <a:xfrm>
            <a:off x="0" y="4446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p29"/>
          <p:cNvCxnSpPr/>
          <p:nvPr/>
        </p:nvCxnSpPr>
        <p:spPr>
          <a:xfrm>
            <a:off x="0" y="4675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p29"/>
          <p:cNvCxnSpPr/>
          <p:nvPr/>
        </p:nvCxnSpPr>
        <p:spPr>
          <a:xfrm>
            <a:off x="0" y="4903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6" name="Google Shape;656;p29"/>
          <p:cNvCxnSpPr/>
          <p:nvPr/>
        </p:nvCxnSpPr>
        <p:spPr>
          <a:xfrm>
            <a:off x="0" y="939481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7" name="Google Shape;657;p29"/>
          <p:cNvSpPr txBox="1"/>
          <p:nvPr>
            <p:ph type="title"/>
          </p:nvPr>
        </p:nvSpPr>
        <p:spPr>
          <a:xfrm>
            <a:off x="509725" y="525800"/>
            <a:ext cx="4785900" cy="6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58" name="Google Shape;658;p29"/>
          <p:cNvSpPr txBox="1"/>
          <p:nvPr>
            <p:ph idx="2" type="subTitle"/>
          </p:nvPr>
        </p:nvSpPr>
        <p:spPr>
          <a:xfrm rot="-182546">
            <a:off x="5376031" y="2587214"/>
            <a:ext cx="3108782" cy="501711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9" name="Google Shape;659;p29"/>
          <p:cNvSpPr txBox="1"/>
          <p:nvPr>
            <p:ph idx="3" type="subTitle"/>
          </p:nvPr>
        </p:nvSpPr>
        <p:spPr>
          <a:xfrm rot="-182643">
            <a:off x="5853959" y="3074975"/>
            <a:ext cx="2977201" cy="1813059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6 Notes">
  <p:cSld name="CUSTOM_1_1_2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0"/>
          <p:cNvSpPr txBox="1"/>
          <p:nvPr>
            <p:ph idx="1" type="subTitle"/>
          </p:nvPr>
        </p:nvSpPr>
        <p:spPr>
          <a:xfrm>
            <a:off x="267785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2" name="Google Shape;662;p30"/>
          <p:cNvSpPr txBox="1"/>
          <p:nvPr>
            <p:ph type="title"/>
          </p:nvPr>
        </p:nvSpPr>
        <p:spPr>
          <a:xfrm>
            <a:off x="52780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63" name="Google Shape;663;p30"/>
          <p:cNvSpPr txBox="1"/>
          <p:nvPr>
            <p:ph idx="2" type="title"/>
          </p:nvPr>
        </p:nvSpPr>
        <p:spPr>
          <a:xfrm>
            <a:off x="75183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64" name="Google Shape;664;p30"/>
          <p:cNvSpPr txBox="1"/>
          <p:nvPr>
            <p:ph idx="3" type="title"/>
          </p:nvPr>
        </p:nvSpPr>
        <p:spPr>
          <a:xfrm>
            <a:off x="304517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65" name="Google Shape;665;p30"/>
          <p:cNvSpPr txBox="1"/>
          <p:nvPr>
            <p:ph idx="4" type="title"/>
          </p:nvPr>
        </p:nvSpPr>
        <p:spPr>
          <a:xfrm>
            <a:off x="52706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66" name="Google Shape;666;p30"/>
          <p:cNvSpPr txBox="1"/>
          <p:nvPr>
            <p:ph idx="5" type="title"/>
          </p:nvPr>
        </p:nvSpPr>
        <p:spPr>
          <a:xfrm>
            <a:off x="75109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67" name="Google Shape;667;p30"/>
          <p:cNvSpPr txBox="1"/>
          <p:nvPr>
            <p:ph idx="6" type="title"/>
          </p:nvPr>
        </p:nvSpPr>
        <p:spPr>
          <a:xfrm>
            <a:off x="521275" y="525800"/>
            <a:ext cx="18975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8" name="Google Shape;668;p30"/>
          <p:cNvSpPr/>
          <p:nvPr/>
        </p:nvSpPr>
        <p:spPr>
          <a:xfrm>
            <a:off x="673550" y="3164224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9" name="Google Shape;669;p30"/>
          <p:cNvSpPr/>
          <p:nvPr/>
        </p:nvSpPr>
        <p:spPr>
          <a:xfrm>
            <a:off x="673550" y="3413020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70" name="Google Shape;670;p30"/>
          <p:cNvSpPr/>
          <p:nvPr/>
        </p:nvSpPr>
        <p:spPr>
          <a:xfrm>
            <a:off x="673550" y="366181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71" name="Google Shape;671;p30"/>
          <p:cNvSpPr/>
          <p:nvPr/>
        </p:nvSpPr>
        <p:spPr>
          <a:xfrm>
            <a:off x="673550" y="391062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72" name="Google Shape;672;p30"/>
          <p:cNvSpPr/>
          <p:nvPr/>
        </p:nvSpPr>
        <p:spPr>
          <a:xfrm>
            <a:off x="673550" y="4159422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73" name="Google Shape;673;p30"/>
          <p:cNvSpPr/>
          <p:nvPr/>
        </p:nvSpPr>
        <p:spPr>
          <a:xfrm>
            <a:off x="673550" y="4408217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674" name="Google Shape;674;p30"/>
          <p:cNvGrpSpPr/>
          <p:nvPr/>
        </p:nvGrpSpPr>
        <p:grpSpPr>
          <a:xfrm>
            <a:off x="666102" y="3359600"/>
            <a:ext cx="1540800" cy="1232286"/>
            <a:chOff x="666102" y="3359600"/>
            <a:chExt cx="1540800" cy="1232286"/>
          </a:xfrm>
        </p:grpSpPr>
        <p:cxnSp>
          <p:nvCxnSpPr>
            <p:cNvPr id="675" name="Google Shape;675;p30"/>
            <p:cNvCxnSpPr/>
            <p:nvPr/>
          </p:nvCxnSpPr>
          <p:spPr>
            <a:xfrm>
              <a:off x="666102" y="3359600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6" name="Google Shape;676;p30"/>
            <p:cNvCxnSpPr/>
            <p:nvPr/>
          </p:nvCxnSpPr>
          <p:spPr>
            <a:xfrm>
              <a:off x="666102" y="360308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7" name="Google Shape;677;p30"/>
            <p:cNvCxnSpPr/>
            <p:nvPr/>
          </p:nvCxnSpPr>
          <p:spPr>
            <a:xfrm>
              <a:off x="666102" y="384656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8" name="Google Shape;678;p30"/>
            <p:cNvCxnSpPr/>
            <p:nvPr/>
          </p:nvCxnSpPr>
          <p:spPr>
            <a:xfrm>
              <a:off x="666102" y="4090042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9" name="Google Shape;679;p30"/>
            <p:cNvCxnSpPr/>
            <p:nvPr/>
          </p:nvCxnSpPr>
          <p:spPr>
            <a:xfrm>
              <a:off x="666102" y="4340963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0" name="Google Shape;680;p30"/>
            <p:cNvCxnSpPr/>
            <p:nvPr/>
          </p:nvCxnSpPr>
          <p:spPr>
            <a:xfrm>
              <a:off x="666102" y="4591886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681" name="Google Shape;681;p30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82" name="Google Shape;682;p30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683" name="Google Shape;683;p30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684" name="Google Shape;684;p30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685" name="Google Shape;685;p3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6" name="Google Shape;686;p3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7" name="Google Shape;687;p3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88" name="Google Shape;688;p30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689" name="Google Shape;689;p3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0" name="Google Shape;690;p3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1" name="Google Shape;691;p3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92" name="Google Shape;692;p30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693" name="Google Shape;693;p3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4" name="Google Shape;694;p3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5" name="Google Shape;695;p3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96" name="Google Shape;696;p30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697" name="Google Shape;697;p3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8" name="Google Shape;698;p3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699" name="Google Shape;699;p30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700" name="Google Shape;700;p30"/>
          <p:cNvSpPr txBox="1"/>
          <p:nvPr>
            <p:ph idx="7" type="title"/>
          </p:nvPr>
        </p:nvSpPr>
        <p:spPr>
          <a:xfrm rot="-269417">
            <a:off x="593100" y="2197119"/>
            <a:ext cx="1597905" cy="68007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1" name="Google Shape;701;p30"/>
          <p:cNvSpPr txBox="1"/>
          <p:nvPr>
            <p:ph idx="8" type="title"/>
          </p:nvPr>
        </p:nvSpPr>
        <p:spPr>
          <a:xfrm>
            <a:off x="305260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702" name="Google Shape;702;p30"/>
          <p:cNvSpPr txBox="1"/>
          <p:nvPr>
            <p:ph idx="9" type="subTitle"/>
          </p:nvPr>
        </p:nvSpPr>
        <p:spPr>
          <a:xfrm>
            <a:off x="48660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3" name="Google Shape;703;p30"/>
          <p:cNvSpPr txBox="1"/>
          <p:nvPr>
            <p:ph idx="13" type="subTitle"/>
          </p:nvPr>
        </p:nvSpPr>
        <p:spPr>
          <a:xfrm>
            <a:off x="70856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4" name="Google Shape;704;p30"/>
          <p:cNvSpPr txBox="1"/>
          <p:nvPr>
            <p:ph idx="14" type="subTitle"/>
          </p:nvPr>
        </p:nvSpPr>
        <p:spPr>
          <a:xfrm>
            <a:off x="267785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30"/>
          <p:cNvSpPr txBox="1"/>
          <p:nvPr>
            <p:ph idx="15" type="subTitle"/>
          </p:nvPr>
        </p:nvSpPr>
        <p:spPr>
          <a:xfrm>
            <a:off x="48660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30"/>
          <p:cNvSpPr txBox="1"/>
          <p:nvPr>
            <p:ph idx="16" type="subTitle"/>
          </p:nvPr>
        </p:nvSpPr>
        <p:spPr>
          <a:xfrm>
            <a:off x="70856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BLANK_1_1_1_2">
    <p:bg>
      <p:bgPr>
        <a:solidFill>
          <a:schemeClr val="lt2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1"/>
          <p:cNvSpPr/>
          <p:nvPr/>
        </p:nvSpPr>
        <p:spPr>
          <a:xfrm>
            <a:off x="2341800" y="0"/>
            <a:ext cx="6802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09" name="Google Shape;709;p31"/>
          <p:cNvSpPr txBox="1"/>
          <p:nvPr>
            <p:ph idx="1" type="body"/>
          </p:nvPr>
        </p:nvSpPr>
        <p:spPr>
          <a:xfrm>
            <a:off x="2802500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grpSp>
        <p:nvGrpSpPr>
          <p:cNvPr id="710" name="Google Shape;710;p31"/>
          <p:cNvGrpSpPr/>
          <p:nvPr/>
        </p:nvGrpSpPr>
        <p:grpSpPr>
          <a:xfrm rot="5400000">
            <a:off x="6680877" y="-2076119"/>
            <a:ext cx="184470" cy="4334807"/>
            <a:chOff x="5380497" y="383100"/>
            <a:chExt cx="189628" cy="4456010"/>
          </a:xfrm>
        </p:grpSpPr>
        <p:grpSp>
          <p:nvGrpSpPr>
            <p:cNvPr id="711" name="Google Shape;711;p31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712" name="Google Shape;712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13" name="Google Shape;713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4" name="Google Shape;714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15" name="Google Shape;715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16" name="Google Shape;716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7" name="Google Shape;717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18" name="Google Shape;718;p3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19" name="Google Shape;719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0" name="Google Shape;720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21" name="Google Shape;721;p31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722" name="Google Shape;722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23" name="Google Shape;723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4" name="Google Shape;724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25" name="Google Shape;725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26" name="Google Shape;726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7" name="Google Shape;727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28" name="Google Shape;728;p3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29" name="Google Shape;729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0" name="Google Shape;730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31" name="Google Shape;731;p31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732" name="Google Shape;732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33" name="Google Shape;733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4" name="Google Shape;734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35" name="Google Shape;735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36" name="Google Shape;736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7" name="Google Shape;737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38" name="Google Shape;738;p3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39" name="Google Shape;739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0" name="Google Shape;740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41" name="Google Shape;741;p31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742" name="Google Shape;742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43" name="Google Shape;743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4" name="Google Shape;744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45" name="Google Shape;745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46" name="Google Shape;746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7" name="Google Shape;747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grpSp>
        <p:nvGrpSpPr>
          <p:cNvPr id="748" name="Google Shape;748;p31"/>
          <p:cNvGrpSpPr/>
          <p:nvPr/>
        </p:nvGrpSpPr>
        <p:grpSpPr>
          <a:xfrm rot="5400000">
            <a:off x="3292843" y="-815956"/>
            <a:ext cx="184470" cy="1814476"/>
            <a:chOff x="5380497" y="383100"/>
            <a:chExt cx="189628" cy="1865210"/>
          </a:xfrm>
        </p:grpSpPr>
        <p:grpSp>
          <p:nvGrpSpPr>
            <p:cNvPr id="749" name="Google Shape;749;p31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750" name="Google Shape;750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51" name="Google Shape;751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2" name="Google Shape;752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53" name="Google Shape;753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54" name="Google Shape;754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5" name="Google Shape;755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56" name="Google Shape;756;p3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57" name="Google Shape;757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8" name="Google Shape;758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59" name="Google Shape;759;p31"/>
            <p:cNvGrpSpPr/>
            <p:nvPr/>
          </p:nvGrpSpPr>
          <p:grpSpPr>
            <a:xfrm>
              <a:off x="5380497" y="1678500"/>
              <a:ext cx="189628" cy="569810"/>
              <a:chOff x="5380497" y="383100"/>
              <a:chExt cx="189628" cy="569810"/>
            </a:xfrm>
          </p:grpSpPr>
          <p:grpSp>
            <p:nvGrpSpPr>
              <p:cNvPr id="760" name="Google Shape;760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61" name="Google Shape;761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2" name="Google Shape;762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63" name="Google Shape;763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64" name="Google Shape;764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5" name="Google Shape;765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766" name="Google Shape;766;p31"/>
          <p:cNvSpPr txBox="1"/>
          <p:nvPr>
            <p:ph type="title"/>
          </p:nvPr>
        </p:nvSpPr>
        <p:spPr>
          <a:xfrm>
            <a:off x="423975" y="3065225"/>
            <a:ext cx="1758900" cy="184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cxnSp>
        <p:nvCxnSpPr>
          <p:cNvPr id="767" name="Google Shape;767;p31"/>
          <p:cNvCxnSpPr/>
          <p:nvPr/>
        </p:nvCxnSpPr>
        <p:spPr>
          <a:xfrm>
            <a:off x="249750" y="-22275"/>
            <a:ext cx="0" cy="5177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8" name="Google Shape;768;p31"/>
          <p:cNvCxnSpPr/>
          <p:nvPr/>
        </p:nvCxnSpPr>
        <p:spPr>
          <a:xfrm>
            <a:off x="177000" y="-14750"/>
            <a:ext cx="0" cy="5158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9" name="Google Shape;769;p31"/>
          <p:cNvSpPr txBox="1"/>
          <p:nvPr>
            <p:ph idx="2" type="title"/>
          </p:nvPr>
        </p:nvSpPr>
        <p:spPr>
          <a:xfrm>
            <a:off x="2802725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70" name="Google Shape;770;p31"/>
          <p:cNvSpPr txBox="1"/>
          <p:nvPr>
            <p:ph idx="3" type="body"/>
          </p:nvPr>
        </p:nvSpPr>
        <p:spPr>
          <a:xfrm>
            <a:off x="6214525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71" name="Google Shape;771;p31"/>
          <p:cNvSpPr txBox="1"/>
          <p:nvPr>
            <p:ph idx="4" type="title"/>
          </p:nvPr>
        </p:nvSpPr>
        <p:spPr>
          <a:xfrm>
            <a:off x="6214750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72" name="Google Shape;772;p31"/>
          <p:cNvSpPr txBox="1"/>
          <p:nvPr>
            <p:ph idx="5" type="body"/>
          </p:nvPr>
        </p:nvSpPr>
        <p:spPr>
          <a:xfrm>
            <a:off x="2802500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73" name="Google Shape;773;p31"/>
          <p:cNvSpPr txBox="1"/>
          <p:nvPr>
            <p:ph idx="6" type="title"/>
          </p:nvPr>
        </p:nvSpPr>
        <p:spPr>
          <a:xfrm>
            <a:off x="2802725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74" name="Google Shape;774;p31"/>
          <p:cNvSpPr txBox="1"/>
          <p:nvPr>
            <p:ph idx="7" type="body"/>
          </p:nvPr>
        </p:nvSpPr>
        <p:spPr>
          <a:xfrm>
            <a:off x="6214525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75" name="Google Shape;775;p31"/>
          <p:cNvSpPr txBox="1"/>
          <p:nvPr>
            <p:ph idx="8" type="title"/>
          </p:nvPr>
        </p:nvSpPr>
        <p:spPr>
          <a:xfrm>
            <a:off x="6214750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 Agenda 1">
  <p:cSld name="BLANK_1_1_1_1_1_1_1_1_1_3">
    <p:bg>
      <p:bgPr>
        <a:solidFill>
          <a:schemeClr val="lt1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2"/>
          <p:cNvSpPr/>
          <p:nvPr/>
        </p:nvSpPr>
        <p:spPr>
          <a:xfrm>
            <a:off x="995475" y="201175"/>
            <a:ext cx="7341600" cy="455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8" name="Google Shape;778;p32"/>
          <p:cNvSpPr/>
          <p:nvPr/>
        </p:nvSpPr>
        <p:spPr>
          <a:xfrm>
            <a:off x="1128250" y="276575"/>
            <a:ext cx="7108800" cy="4517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9" name="Google Shape;779;p32"/>
          <p:cNvSpPr/>
          <p:nvPr/>
        </p:nvSpPr>
        <p:spPr>
          <a:xfrm>
            <a:off x="4407875" y="312925"/>
            <a:ext cx="37296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80" name="Google Shape;780;p32"/>
          <p:cNvSpPr/>
          <p:nvPr/>
        </p:nvSpPr>
        <p:spPr>
          <a:xfrm>
            <a:off x="1217200" y="312875"/>
            <a:ext cx="31650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81" name="Google Shape;781;p32"/>
          <p:cNvGrpSpPr/>
          <p:nvPr/>
        </p:nvGrpSpPr>
        <p:grpSpPr>
          <a:xfrm>
            <a:off x="1211779" y="312875"/>
            <a:ext cx="3165000" cy="4517700"/>
            <a:chOff x="1211779" y="312875"/>
            <a:chExt cx="3165000" cy="4517700"/>
          </a:xfrm>
        </p:grpSpPr>
        <p:cxnSp>
          <p:nvCxnSpPr>
            <p:cNvPr id="782" name="Google Shape;782;p32"/>
            <p:cNvCxnSpPr/>
            <p:nvPr/>
          </p:nvCxnSpPr>
          <p:spPr>
            <a:xfrm>
              <a:off x="36247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3" name="Google Shape;783;p32"/>
            <p:cNvCxnSpPr/>
            <p:nvPr/>
          </p:nvCxnSpPr>
          <p:spPr>
            <a:xfrm>
              <a:off x="40311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84" name="Google Shape;784;p32"/>
            <p:cNvGrpSpPr/>
            <p:nvPr/>
          </p:nvGrpSpPr>
          <p:grpSpPr>
            <a:xfrm>
              <a:off x="1211779" y="312875"/>
              <a:ext cx="3165000" cy="4517700"/>
              <a:chOff x="462650" y="259175"/>
              <a:chExt cx="3165000" cy="4517700"/>
            </a:xfrm>
          </p:grpSpPr>
          <p:cxnSp>
            <p:nvCxnSpPr>
              <p:cNvPr id="785" name="Google Shape;785;p32"/>
              <p:cNvCxnSpPr/>
              <p:nvPr/>
            </p:nvCxnSpPr>
            <p:spPr>
              <a:xfrm>
                <a:off x="8436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6" name="Google Shape;786;p32"/>
              <p:cNvCxnSpPr/>
              <p:nvPr/>
            </p:nvCxnSpPr>
            <p:spPr>
              <a:xfrm>
                <a:off x="12500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7" name="Google Shape;787;p32"/>
              <p:cNvCxnSpPr/>
              <p:nvPr/>
            </p:nvCxnSpPr>
            <p:spPr>
              <a:xfrm>
                <a:off x="16564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8" name="Google Shape;788;p32"/>
              <p:cNvCxnSpPr/>
              <p:nvPr/>
            </p:nvCxnSpPr>
            <p:spPr>
              <a:xfrm>
                <a:off x="20628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9" name="Google Shape;789;p32"/>
              <p:cNvCxnSpPr/>
              <p:nvPr/>
            </p:nvCxnSpPr>
            <p:spPr>
              <a:xfrm>
                <a:off x="24692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0" name="Google Shape;790;p32"/>
              <p:cNvCxnSpPr/>
              <p:nvPr/>
            </p:nvCxnSpPr>
            <p:spPr>
              <a:xfrm>
                <a:off x="462650" y="67490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1" name="Google Shape;791;p32"/>
              <p:cNvCxnSpPr/>
              <p:nvPr/>
            </p:nvCxnSpPr>
            <p:spPr>
              <a:xfrm>
                <a:off x="462650" y="107585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2" name="Google Shape;792;p32"/>
              <p:cNvCxnSpPr/>
              <p:nvPr/>
            </p:nvCxnSpPr>
            <p:spPr>
              <a:xfrm>
                <a:off x="462650" y="147681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3" name="Google Shape;793;p32"/>
              <p:cNvCxnSpPr/>
              <p:nvPr/>
            </p:nvCxnSpPr>
            <p:spPr>
              <a:xfrm>
                <a:off x="462650" y="187777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4" name="Google Shape;794;p32"/>
              <p:cNvCxnSpPr/>
              <p:nvPr/>
            </p:nvCxnSpPr>
            <p:spPr>
              <a:xfrm>
                <a:off x="462650" y="2278733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" name="Google Shape;795;p32"/>
              <p:cNvCxnSpPr/>
              <p:nvPr/>
            </p:nvCxnSpPr>
            <p:spPr>
              <a:xfrm>
                <a:off x="462650" y="2679692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6" name="Google Shape;796;p32"/>
              <p:cNvCxnSpPr/>
              <p:nvPr/>
            </p:nvCxnSpPr>
            <p:spPr>
              <a:xfrm>
                <a:off x="462650" y="308065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7" name="Google Shape;797;p32"/>
              <p:cNvCxnSpPr/>
              <p:nvPr/>
            </p:nvCxnSpPr>
            <p:spPr>
              <a:xfrm>
                <a:off x="462650" y="348160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8" name="Google Shape;798;p32"/>
              <p:cNvCxnSpPr/>
              <p:nvPr/>
            </p:nvCxnSpPr>
            <p:spPr>
              <a:xfrm>
                <a:off x="462650" y="388256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9" name="Google Shape;799;p32"/>
              <p:cNvCxnSpPr/>
              <p:nvPr/>
            </p:nvCxnSpPr>
            <p:spPr>
              <a:xfrm>
                <a:off x="462650" y="428352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800" name="Google Shape;800;p32"/>
          <p:cNvGrpSpPr/>
          <p:nvPr/>
        </p:nvGrpSpPr>
        <p:grpSpPr>
          <a:xfrm>
            <a:off x="4222205" y="390105"/>
            <a:ext cx="366115" cy="4334807"/>
            <a:chOff x="3473077" y="259175"/>
            <a:chExt cx="366115" cy="4334807"/>
          </a:xfrm>
        </p:grpSpPr>
        <p:grpSp>
          <p:nvGrpSpPr>
            <p:cNvPr id="801" name="Google Shape;801;p32"/>
            <p:cNvGrpSpPr/>
            <p:nvPr/>
          </p:nvGrpSpPr>
          <p:grpSpPr>
            <a:xfrm rot="10800000">
              <a:off x="3473077" y="259175"/>
              <a:ext cx="184470" cy="4334807"/>
              <a:chOff x="5380497" y="383100"/>
              <a:chExt cx="189628" cy="4456010"/>
            </a:xfrm>
          </p:grpSpPr>
          <p:grpSp>
            <p:nvGrpSpPr>
              <p:cNvPr id="802" name="Google Shape;802;p32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03" name="Google Shape;803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4" name="Google Shape;804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5" name="Google Shape;805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06" name="Google Shape;806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7" name="Google Shape;807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8" name="Google Shape;808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09" name="Google Shape;809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0" name="Google Shape;810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1" name="Google Shape;811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12" name="Google Shape;812;p32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13" name="Google Shape;813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4" name="Google Shape;814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5" name="Google Shape;815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16" name="Google Shape;816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7" name="Google Shape;817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8" name="Google Shape;818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19" name="Google Shape;819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0" name="Google Shape;820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1" name="Google Shape;821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22" name="Google Shape;822;p32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23" name="Google Shape;823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4" name="Google Shape;824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5" name="Google Shape;825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26" name="Google Shape;826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7" name="Google Shape;827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8" name="Google Shape;828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29" name="Google Shape;829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30" name="Google Shape;830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31" name="Google Shape;831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32" name="Google Shape;832;p32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833" name="Google Shape;833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34" name="Google Shape;834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35" name="Google Shape;835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36" name="Google Shape;836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37" name="Google Shape;837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38" name="Google Shape;838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  <p:grpSp>
          <p:nvGrpSpPr>
            <p:cNvPr id="839" name="Google Shape;839;p32"/>
            <p:cNvGrpSpPr/>
            <p:nvPr/>
          </p:nvGrpSpPr>
          <p:grpSpPr>
            <a:xfrm flipH="1" rot="10800000">
              <a:off x="3654721" y="259175"/>
              <a:ext cx="184470" cy="4334807"/>
              <a:chOff x="5380497" y="383100"/>
              <a:chExt cx="189628" cy="4456010"/>
            </a:xfrm>
          </p:grpSpPr>
          <p:grpSp>
            <p:nvGrpSpPr>
              <p:cNvPr id="840" name="Google Shape;840;p32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41" name="Google Shape;841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42" name="Google Shape;842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43" name="Google Shape;843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44" name="Google Shape;844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45" name="Google Shape;845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46" name="Google Shape;846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47" name="Google Shape;847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48" name="Google Shape;848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49" name="Google Shape;849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50" name="Google Shape;850;p32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51" name="Google Shape;851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52" name="Google Shape;852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53" name="Google Shape;853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54" name="Google Shape;854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55" name="Google Shape;855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56" name="Google Shape;856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57" name="Google Shape;857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58" name="Google Shape;858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59" name="Google Shape;859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60" name="Google Shape;860;p32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61" name="Google Shape;861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62" name="Google Shape;862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63" name="Google Shape;863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64" name="Google Shape;864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65" name="Google Shape;865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66" name="Google Shape;866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67" name="Google Shape;867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68" name="Google Shape;868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69" name="Google Shape;869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70" name="Google Shape;870;p32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871" name="Google Shape;871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72" name="Google Shape;872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73" name="Google Shape;873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74" name="Google Shape;874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75" name="Google Shape;875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76" name="Google Shape;876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</p:grpSp>
      <p:sp>
        <p:nvSpPr>
          <p:cNvPr id="877" name="Google Shape;877;p32"/>
          <p:cNvSpPr txBox="1"/>
          <p:nvPr>
            <p:ph idx="1" type="body"/>
          </p:nvPr>
        </p:nvSpPr>
        <p:spPr>
          <a:xfrm rot="-199678">
            <a:off x="1297246" y="1801757"/>
            <a:ext cx="2123982" cy="2187983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32"/>
          <p:cNvSpPr txBox="1"/>
          <p:nvPr>
            <p:ph type="title"/>
          </p:nvPr>
        </p:nvSpPr>
        <p:spPr>
          <a:xfrm rot="-197254">
            <a:off x="1212945" y="1184617"/>
            <a:ext cx="2123895" cy="4958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9" name="Google Shape;879;p32"/>
          <p:cNvSpPr txBox="1"/>
          <p:nvPr>
            <p:ph idx="2" type="title"/>
          </p:nvPr>
        </p:nvSpPr>
        <p:spPr>
          <a:xfrm>
            <a:off x="6254525" y="1962475"/>
            <a:ext cx="16362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880" name="Google Shape;880;p32"/>
          <p:cNvSpPr txBox="1"/>
          <p:nvPr>
            <p:ph idx="3" type="body"/>
          </p:nvPr>
        </p:nvSpPr>
        <p:spPr>
          <a:xfrm>
            <a:off x="6254350" y="2353130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81" name="Google Shape;881;p32"/>
          <p:cNvSpPr txBox="1"/>
          <p:nvPr>
            <p:ph idx="4" type="title"/>
          </p:nvPr>
        </p:nvSpPr>
        <p:spPr>
          <a:xfrm>
            <a:off x="6254525" y="3292150"/>
            <a:ext cx="16362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882" name="Google Shape;882;p32"/>
          <p:cNvSpPr txBox="1"/>
          <p:nvPr>
            <p:ph idx="5" type="body"/>
          </p:nvPr>
        </p:nvSpPr>
        <p:spPr>
          <a:xfrm>
            <a:off x="6254350" y="3682816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83" name="Google Shape;883;p32"/>
          <p:cNvSpPr txBox="1"/>
          <p:nvPr>
            <p:ph idx="6" type="title"/>
          </p:nvPr>
        </p:nvSpPr>
        <p:spPr>
          <a:xfrm>
            <a:off x="4844275" y="2277100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884" name="Google Shape;884;p32"/>
          <p:cNvSpPr txBox="1"/>
          <p:nvPr>
            <p:ph idx="7" type="subTitle"/>
          </p:nvPr>
        </p:nvSpPr>
        <p:spPr>
          <a:xfrm>
            <a:off x="4844325" y="2702150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5" name="Google Shape;885;p32"/>
          <p:cNvSpPr txBox="1"/>
          <p:nvPr>
            <p:ph idx="8" type="title"/>
          </p:nvPr>
        </p:nvSpPr>
        <p:spPr>
          <a:xfrm>
            <a:off x="4844275" y="3581862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886" name="Google Shape;886;p32"/>
          <p:cNvSpPr txBox="1"/>
          <p:nvPr>
            <p:ph idx="9" type="subTitle"/>
          </p:nvPr>
        </p:nvSpPr>
        <p:spPr>
          <a:xfrm>
            <a:off x="4844325" y="4006913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7" name="Google Shape;887;p32"/>
          <p:cNvSpPr txBox="1"/>
          <p:nvPr>
            <p:ph idx="13" type="body"/>
          </p:nvPr>
        </p:nvSpPr>
        <p:spPr>
          <a:xfrm>
            <a:off x="4831275" y="508775"/>
            <a:ext cx="3005100" cy="12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Goal">
  <p:cSld name="CUSTOM_1_1_3_1_2"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9" name="Google Shape;889;p33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890" name="Google Shape;890;p33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1" name="Google Shape;891;p33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2" name="Google Shape;892;p33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3" name="Google Shape;893;p33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4" name="Google Shape;894;p33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5" name="Google Shape;895;p33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6" name="Google Shape;896;p33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7" name="Google Shape;897;p33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8" name="Google Shape;898;p33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99" name="Google Shape;899;p33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0" name="Google Shape;900;p33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901" name="Google Shape;901;p33"/>
          <p:cNvSpPr txBox="1"/>
          <p:nvPr>
            <p:ph idx="2" type="title"/>
          </p:nvPr>
        </p:nvSpPr>
        <p:spPr>
          <a:xfrm>
            <a:off x="1060026" y="181637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02" name="Google Shape;902;p33"/>
          <p:cNvSpPr txBox="1"/>
          <p:nvPr>
            <p:ph idx="3" type="body"/>
          </p:nvPr>
        </p:nvSpPr>
        <p:spPr>
          <a:xfrm>
            <a:off x="1059900" y="212492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03" name="Google Shape;903;p33"/>
          <p:cNvSpPr txBox="1"/>
          <p:nvPr>
            <p:ph idx="4" type="title"/>
          </p:nvPr>
        </p:nvSpPr>
        <p:spPr>
          <a:xfrm rot="132356">
            <a:off x="955546" y="2826529"/>
            <a:ext cx="2182317" cy="23657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04" name="Google Shape;904;p33"/>
          <p:cNvSpPr txBox="1"/>
          <p:nvPr>
            <p:ph idx="5" type="body"/>
          </p:nvPr>
        </p:nvSpPr>
        <p:spPr>
          <a:xfrm rot="132356">
            <a:off x="941064" y="3134798"/>
            <a:ext cx="2182317" cy="363274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05" name="Google Shape;905;p33"/>
          <p:cNvSpPr txBox="1"/>
          <p:nvPr>
            <p:ph idx="6" type="title"/>
          </p:nvPr>
        </p:nvSpPr>
        <p:spPr>
          <a:xfrm>
            <a:off x="980676" y="387312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06" name="Google Shape;906;p33"/>
          <p:cNvSpPr txBox="1"/>
          <p:nvPr>
            <p:ph idx="7" type="body"/>
          </p:nvPr>
        </p:nvSpPr>
        <p:spPr>
          <a:xfrm>
            <a:off x="980550" y="418167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07" name="Google Shape;907;p33"/>
          <p:cNvSpPr txBox="1"/>
          <p:nvPr>
            <p:ph idx="8" type="title"/>
          </p:nvPr>
        </p:nvSpPr>
        <p:spPr>
          <a:xfrm rot="126099">
            <a:off x="4508764" y="2120094"/>
            <a:ext cx="1766989" cy="23626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08" name="Google Shape;908;p33"/>
          <p:cNvSpPr txBox="1"/>
          <p:nvPr>
            <p:ph idx="9" type="body"/>
          </p:nvPr>
        </p:nvSpPr>
        <p:spPr>
          <a:xfrm rot="125772">
            <a:off x="4492678" y="2428187"/>
            <a:ext cx="1763380" cy="499236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09" name="Google Shape;909;p33"/>
          <p:cNvSpPr txBox="1"/>
          <p:nvPr>
            <p:ph idx="13" type="title"/>
          </p:nvPr>
        </p:nvSpPr>
        <p:spPr>
          <a:xfrm>
            <a:off x="7140350" y="2580150"/>
            <a:ext cx="1377000" cy="39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10" name="Google Shape;910;p33"/>
          <p:cNvSpPr txBox="1"/>
          <p:nvPr>
            <p:ph idx="14" type="body"/>
          </p:nvPr>
        </p:nvSpPr>
        <p:spPr>
          <a:xfrm>
            <a:off x="7142825" y="3047175"/>
            <a:ext cx="1377000" cy="827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11" name="Google Shape;911;p33"/>
          <p:cNvSpPr txBox="1"/>
          <p:nvPr>
            <p:ph idx="15" type="title"/>
          </p:nvPr>
        </p:nvSpPr>
        <p:spPr>
          <a:xfrm>
            <a:off x="4505150" y="3400100"/>
            <a:ext cx="17250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12" name="Google Shape;912;p33"/>
          <p:cNvSpPr txBox="1"/>
          <p:nvPr>
            <p:ph idx="16" type="body"/>
          </p:nvPr>
        </p:nvSpPr>
        <p:spPr>
          <a:xfrm>
            <a:off x="4505025" y="3708650"/>
            <a:ext cx="1725000" cy="527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ackground Title">
  <p:cSld name="CUSTOM_1_1_1_1_1_2">
    <p:bg>
      <p:bgPr>
        <a:solidFill>
          <a:schemeClr val="accent3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4"/>
          <p:cNvSpPr/>
          <p:nvPr/>
        </p:nvSpPr>
        <p:spPr>
          <a:xfrm rot="10800000">
            <a:off x="7960900" y="-13950"/>
            <a:ext cx="1192200" cy="1198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15" name="Google Shape;915;p34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916" name="Google Shape;916;p34"/>
          <p:cNvSpPr txBox="1"/>
          <p:nvPr>
            <p:ph type="title"/>
          </p:nvPr>
        </p:nvSpPr>
        <p:spPr>
          <a:xfrm>
            <a:off x="508875" y="1998400"/>
            <a:ext cx="61497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9pPr>
          </a:lstStyle>
          <a:p/>
        </p:txBody>
      </p:sp>
      <p:sp>
        <p:nvSpPr>
          <p:cNvPr id="917" name="Google Shape;917;p34"/>
          <p:cNvSpPr txBox="1"/>
          <p:nvPr>
            <p:ph idx="1" type="body"/>
          </p:nvPr>
        </p:nvSpPr>
        <p:spPr>
          <a:xfrm>
            <a:off x="508950" y="3845575"/>
            <a:ext cx="4499700" cy="8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18" name="Google Shape;918;p34"/>
          <p:cNvSpPr txBox="1"/>
          <p:nvPr>
            <p:ph idx="2" type="subTitle"/>
          </p:nvPr>
        </p:nvSpPr>
        <p:spPr>
          <a:xfrm rot="-252596">
            <a:off x="5199023" y="3875031"/>
            <a:ext cx="1487514" cy="689167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b="1" sz="1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Notes with dark background">
  <p:cSld name="CUSTOM_1_1_1_4">
    <p:bg>
      <p:bgPr>
        <a:solidFill>
          <a:schemeClr val="lt1"/>
        </a:solid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35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1" name="Google Shape;921;p35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2" name="Google Shape;922;p35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3" name="Google Shape;923;p35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924" name="Google Shape;924;p35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5" name="Google Shape;925;p35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6" name="Google Shape;926;p35"/>
          <p:cNvSpPr txBox="1"/>
          <p:nvPr>
            <p:ph type="title"/>
          </p:nvPr>
        </p:nvSpPr>
        <p:spPr>
          <a:xfrm>
            <a:off x="2563250" y="1900525"/>
            <a:ext cx="1767000" cy="11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7" name="Google Shape;927;p35"/>
          <p:cNvSpPr txBox="1"/>
          <p:nvPr>
            <p:ph idx="2" type="title"/>
          </p:nvPr>
        </p:nvSpPr>
        <p:spPr>
          <a:xfrm rot="-261567">
            <a:off x="710939" y="1685986"/>
            <a:ext cx="1847044" cy="1173986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8" name="Google Shape;928;p35"/>
          <p:cNvSpPr txBox="1"/>
          <p:nvPr>
            <p:ph idx="3" type="title"/>
          </p:nvPr>
        </p:nvSpPr>
        <p:spPr>
          <a:xfrm rot="520">
            <a:off x="4330173" y="1683025"/>
            <a:ext cx="1981500" cy="1310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9" name="Google Shape;929;p35"/>
          <p:cNvSpPr txBox="1"/>
          <p:nvPr>
            <p:ph idx="4" type="title"/>
          </p:nvPr>
        </p:nvSpPr>
        <p:spPr>
          <a:xfrm rot="158281">
            <a:off x="6392594" y="1886282"/>
            <a:ext cx="1981500" cy="1310588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0" name="Google Shape;930;p35"/>
          <p:cNvSpPr txBox="1"/>
          <p:nvPr>
            <p:ph idx="5" type="title"/>
          </p:nvPr>
        </p:nvSpPr>
        <p:spPr>
          <a:xfrm rot="-204021">
            <a:off x="3560217" y="3689616"/>
            <a:ext cx="1608432" cy="68100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 - Alt 1">
  <p:cSld name="CUSTOM_1_1_3_1_3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2" name="Google Shape;932;p36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933" name="Google Shape;933;p36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4" name="Google Shape;934;p36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5" name="Google Shape;935;p36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6" name="Google Shape;936;p36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7" name="Google Shape;937;p36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8" name="Google Shape;938;p36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" name="Google Shape;939;p36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0" name="Google Shape;940;p36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1" name="Google Shape;941;p36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942" name="Google Shape;942;p36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43" name="Google Shape;943;p36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944" name="Google Shape;944;p36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945" name="Google Shape;945;p36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946" name="Google Shape;946;p3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47" name="Google Shape;947;p3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48" name="Google Shape;948;p3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49" name="Google Shape;949;p36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950" name="Google Shape;950;p3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1" name="Google Shape;951;p3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2" name="Google Shape;952;p3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53" name="Google Shape;953;p36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954" name="Google Shape;954;p3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5" name="Google Shape;955;p3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6" name="Google Shape;956;p3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57" name="Google Shape;957;p36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958" name="Google Shape;958;p3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9" name="Google Shape;959;p3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960" name="Google Shape;960;p36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961" name="Google Shape;961;p36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2" name="Google Shape;962;p36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3" name="Google Shape;963;p36"/>
          <p:cNvSpPr txBox="1"/>
          <p:nvPr>
            <p:ph idx="2" type="subTitle"/>
          </p:nvPr>
        </p:nvSpPr>
        <p:spPr>
          <a:xfrm>
            <a:off x="1541800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64" name="Google Shape;964;p36"/>
          <p:cNvSpPr txBox="1"/>
          <p:nvPr>
            <p:ph idx="3" type="subTitle"/>
          </p:nvPr>
        </p:nvSpPr>
        <p:spPr>
          <a:xfrm>
            <a:off x="34230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65" name="Google Shape;965;p36"/>
          <p:cNvSpPr txBox="1"/>
          <p:nvPr>
            <p:ph idx="4" type="subTitle"/>
          </p:nvPr>
        </p:nvSpPr>
        <p:spPr>
          <a:xfrm>
            <a:off x="53077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66" name="Google Shape;966;p36"/>
          <p:cNvSpPr txBox="1"/>
          <p:nvPr>
            <p:ph idx="5" type="subTitle"/>
          </p:nvPr>
        </p:nvSpPr>
        <p:spPr>
          <a:xfrm>
            <a:off x="7170900" y="1729575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67" name="Google Shape;967;p36"/>
          <p:cNvSpPr txBox="1"/>
          <p:nvPr>
            <p:ph idx="6" type="body"/>
          </p:nvPr>
        </p:nvSpPr>
        <p:spPr>
          <a:xfrm>
            <a:off x="13044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68" name="Google Shape;968;p36"/>
          <p:cNvSpPr txBox="1"/>
          <p:nvPr>
            <p:ph idx="7" type="body"/>
          </p:nvPr>
        </p:nvSpPr>
        <p:spPr>
          <a:xfrm>
            <a:off x="31303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69" name="Google Shape;969;p36"/>
          <p:cNvSpPr txBox="1"/>
          <p:nvPr>
            <p:ph idx="8" type="body"/>
          </p:nvPr>
        </p:nvSpPr>
        <p:spPr>
          <a:xfrm>
            <a:off x="49802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70" name="Google Shape;970;p36"/>
          <p:cNvSpPr txBox="1"/>
          <p:nvPr>
            <p:ph idx="9" type="body"/>
          </p:nvPr>
        </p:nvSpPr>
        <p:spPr>
          <a:xfrm>
            <a:off x="6878250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73" name="Google Shape;973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8" name="Google Shape;978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1" name="Google Shape;981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82" name="Google Shape;982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7" name="Google Shape;987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92" name="Google Shape;992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93" name="Google Shape;993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8" name="Google Shape;998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2" name="Google Shape;1002;p4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3" name="Google Shape;1003;p4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4" name="Google Shape;1004;p4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5" name="Google Shape;1005;p4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6" name="Google Shape;1006;p4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7" name="Google Shape;1007;p4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0" name="Google Shape;1010;p4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11" name="Google Shape;1011;p4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5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4" name="Google Shape;1014;p5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15" name="Google Shape;1015;p5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16" name="Google Shape;1016;p5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7" name="Google Shape;1017;p5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5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20" name="Google Shape;1020;p5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21" name="Google Shape;1021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2" name="Google Shape;1022;p5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3" name="Google Shape;1023;p5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4" name="Google Shape;1024;p5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5" name="Google Shape;1025;p5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8" name="Google Shape;1028;p5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5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1" name="Google Shape;1031;p5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32" name="Google Shape;1032;p5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33" name="Google Shape;1033;p5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4" name="Google Shape;1034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35" name="Google Shape;1035;p5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6" name="Google Shape;1036;p5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5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9" name="Google Shape;1039;p5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0" name="Google Shape;1040;p5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1" name="Google Shape;1041;p5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42" name="Google Shape;1042;p5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3" name="Google Shape;1043;p5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44" name="Google Shape;104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45" name="Google Shape;1045;p5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46" name="Google Shape;1046;p5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47" name="Google Shape;1047;p5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5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5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2" name="Google Shape;1052;p5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3" name="Google Shape;1053;p5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4" name="Google Shape;1054;p5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5" name="Google Shape;1055;p5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6" name="Google Shape;1056;p5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7" name="Google Shape;1057;p5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58" name="Google Shape;1058;p5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9" name="Google Shape;1059;p5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0" name="Google Shape;1060;p5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theme" Target="../theme/theme1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57"/>
          <p:cNvSpPr txBox="1"/>
          <p:nvPr>
            <p:ph type="title"/>
          </p:nvPr>
        </p:nvSpPr>
        <p:spPr>
          <a:xfrm>
            <a:off x="1079550" y="1709025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"/>
              <a:t>VAStra Store Sales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"/>
              <a:t>Analysis Project </a:t>
            </a:r>
            <a:endParaRPr/>
          </a:p>
        </p:txBody>
      </p:sp>
      <p:sp>
        <p:nvSpPr>
          <p:cNvPr id="1066" name="Google Shape;1066;p57"/>
          <p:cNvSpPr txBox="1"/>
          <p:nvPr>
            <p:ph idx="2" type="title"/>
          </p:nvPr>
        </p:nvSpPr>
        <p:spPr>
          <a:xfrm rot="-53728">
            <a:off x="5519346" y="3345850"/>
            <a:ext cx="940615" cy="338743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  June </a:t>
            </a:r>
            <a:endParaRPr/>
          </a:p>
        </p:txBody>
      </p:sp>
      <p:sp>
        <p:nvSpPr>
          <p:cNvPr id="1067" name="Google Shape;1067;p57"/>
          <p:cNvSpPr txBox="1"/>
          <p:nvPr>
            <p:ph idx="1" type="body"/>
          </p:nvPr>
        </p:nvSpPr>
        <p:spPr>
          <a:xfrm>
            <a:off x="2655375" y="4170725"/>
            <a:ext cx="3615000" cy="46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 sz="1300">
                <a:latin typeface="Manrope"/>
                <a:ea typeface="Manrope"/>
                <a:cs typeface="Manrope"/>
                <a:sym typeface="Manrope"/>
              </a:rPr>
              <a:t>Prepared By AMAN KUMAR</a:t>
            </a:r>
            <a:endParaRPr b="1" sz="13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68" name="Google Shape;1068;p57"/>
          <p:cNvSpPr txBox="1"/>
          <p:nvPr>
            <p:ph idx="3" type="title"/>
          </p:nvPr>
        </p:nvSpPr>
        <p:spPr>
          <a:xfrm rot="-555761">
            <a:off x="6635807" y="3231394"/>
            <a:ext cx="1047458" cy="30124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069" name="Google Shape;1069;p57"/>
          <p:cNvSpPr txBox="1"/>
          <p:nvPr>
            <p:ph idx="4" type="subTitle"/>
          </p:nvPr>
        </p:nvSpPr>
        <p:spPr>
          <a:xfrm rot="-503039">
            <a:off x="2217453" y="1160899"/>
            <a:ext cx="2211838" cy="43818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VAStra Store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58"/>
          <p:cNvSpPr txBox="1"/>
          <p:nvPr>
            <p:ph type="title"/>
          </p:nvPr>
        </p:nvSpPr>
        <p:spPr>
          <a:xfrm rot="-289081">
            <a:off x="576921" y="700747"/>
            <a:ext cx="2100221" cy="569601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1075" name="Google Shape;1075;p58"/>
          <p:cNvSpPr txBox="1"/>
          <p:nvPr>
            <p:ph idx="4294967295" type="body"/>
          </p:nvPr>
        </p:nvSpPr>
        <p:spPr>
          <a:xfrm>
            <a:off x="914825" y="1409675"/>
            <a:ext cx="4028700" cy="29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15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01.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Project Overview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15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02.</a:t>
            </a:r>
            <a:r>
              <a:rPr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Business Objectives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15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03.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List of KPIs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15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04.</a:t>
            </a:r>
            <a:r>
              <a:rPr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Dashboard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15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r>
              <a:rPr lang="en" sz="15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Insights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15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06.</a:t>
            </a:r>
            <a:r>
              <a:rPr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Recommendations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59"/>
          <p:cNvSpPr/>
          <p:nvPr/>
        </p:nvSpPr>
        <p:spPr>
          <a:xfrm>
            <a:off x="0" y="1604625"/>
            <a:ext cx="9180000" cy="1030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1" name="Google Shape;1081;p59"/>
          <p:cNvSpPr txBox="1"/>
          <p:nvPr/>
        </p:nvSpPr>
        <p:spPr>
          <a:xfrm>
            <a:off x="543406" y="2876060"/>
            <a:ext cx="6651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02.</a:t>
            </a: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2" name="Google Shape;1082;p59"/>
          <p:cNvSpPr txBox="1"/>
          <p:nvPr/>
        </p:nvSpPr>
        <p:spPr>
          <a:xfrm>
            <a:off x="543406" y="3928200"/>
            <a:ext cx="6651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03.</a:t>
            </a: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3" name="Google Shape;1083;p59"/>
          <p:cNvSpPr txBox="1"/>
          <p:nvPr/>
        </p:nvSpPr>
        <p:spPr>
          <a:xfrm>
            <a:off x="1165349" y="1880350"/>
            <a:ext cx="17403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" sz="19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Goal</a:t>
            </a:r>
            <a:endParaRPr sz="19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84" name="Google Shape;1084;p59"/>
          <p:cNvSpPr txBox="1"/>
          <p:nvPr/>
        </p:nvSpPr>
        <p:spPr>
          <a:xfrm>
            <a:off x="1165349" y="2894875"/>
            <a:ext cx="17403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Focus</a:t>
            </a:r>
            <a:endParaRPr sz="19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85" name="Google Shape;1085;p59"/>
          <p:cNvSpPr txBox="1"/>
          <p:nvPr/>
        </p:nvSpPr>
        <p:spPr>
          <a:xfrm>
            <a:off x="1165349" y="3947000"/>
            <a:ext cx="17403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KPIs</a:t>
            </a:r>
            <a:endParaRPr sz="19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86" name="Google Shape;1086;p59"/>
          <p:cNvSpPr txBox="1"/>
          <p:nvPr/>
        </p:nvSpPr>
        <p:spPr>
          <a:xfrm>
            <a:off x="3482550" y="1613025"/>
            <a:ext cx="51585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Goal is to analyze sales data to identify customer behavior, product performance, and revenue-driving factors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87" name="Google Shape;1087;p59"/>
          <p:cNvSpPr txBox="1"/>
          <p:nvPr/>
        </p:nvSpPr>
        <p:spPr>
          <a:xfrm>
            <a:off x="3482550" y="2648550"/>
            <a:ext cx="5158500" cy="9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/>
              <a:t>Focus on customer segments, product categories, sales channels, and regional performance </a:t>
            </a:r>
            <a:endParaRPr sz="13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088" name="Google Shape;1088;p59"/>
          <p:cNvSpPr txBox="1"/>
          <p:nvPr/>
        </p:nvSpPr>
        <p:spPr>
          <a:xfrm>
            <a:off x="3482550" y="3634875"/>
            <a:ext cx="5158500" cy="10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KPIs designed to track sales, orders, customer trends, delivery performance, and business growth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89" name="Google Shape;1089;p59"/>
          <p:cNvSpPr txBox="1"/>
          <p:nvPr/>
        </p:nvSpPr>
        <p:spPr>
          <a:xfrm>
            <a:off x="603000" y="1883300"/>
            <a:ext cx="4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01. </a:t>
            </a:r>
            <a:endParaRPr sz="18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090" name="Google Shape;1090;p59"/>
          <p:cNvSpPr txBox="1"/>
          <p:nvPr>
            <p:ph type="title"/>
          </p:nvPr>
        </p:nvSpPr>
        <p:spPr>
          <a:xfrm>
            <a:off x="513300" y="459075"/>
            <a:ext cx="44364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PROJECT OVERVIEW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60"/>
          <p:cNvSpPr/>
          <p:nvPr/>
        </p:nvSpPr>
        <p:spPr>
          <a:xfrm>
            <a:off x="0" y="1604625"/>
            <a:ext cx="9180000" cy="1030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96" name="Google Shape;1096;p60"/>
          <p:cNvSpPr txBox="1"/>
          <p:nvPr/>
        </p:nvSpPr>
        <p:spPr>
          <a:xfrm>
            <a:off x="543406" y="2876060"/>
            <a:ext cx="6651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02.</a:t>
            </a: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97" name="Google Shape;1097;p60"/>
          <p:cNvSpPr txBox="1"/>
          <p:nvPr/>
        </p:nvSpPr>
        <p:spPr>
          <a:xfrm>
            <a:off x="543406" y="3928200"/>
            <a:ext cx="6651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03.</a:t>
            </a: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98" name="Google Shape;1098;p60"/>
          <p:cNvSpPr txBox="1"/>
          <p:nvPr/>
        </p:nvSpPr>
        <p:spPr>
          <a:xfrm>
            <a:off x="1165349" y="1880350"/>
            <a:ext cx="17403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" sz="19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Understand</a:t>
            </a:r>
            <a:endParaRPr sz="19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99" name="Google Shape;1099;p60"/>
          <p:cNvSpPr txBox="1"/>
          <p:nvPr/>
        </p:nvSpPr>
        <p:spPr>
          <a:xfrm>
            <a:off x="1165349" y="2894875"/>
            <a:ext cx="17403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Monitor</a:t>
            </a:r>
            <a:endParaRPr sz="19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00" name="Google Shape;1100;p60"/>
          <p:cNvSpPr txBox="1"/>
          <p:nvPr/>
        </p:nvSpPr>
        <p:spPr>
          <a:xfrm>
            <a:off x="1165349" y="3947000"/>
            <a:ext cx="17403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Track</a:t>
            </a:r>
            <a:endParaRPr sz="19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01" name="Google Shape;1101;p60"/>
          <p:cNvSpPr txBox="1"/>
          <p:nvPr/>
        </p:nvSpPr>
        <p:spPr>
          <a:xfrm>
            <a:off x="3482550" y="1613025"/>
            <a:ext cx="51585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Understand customer purchasing behavior, sales trends, and seasonal demand patterns across different months and demographics.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02" name="Google Shape;1102;p60"/>
          <p:cNvSpPr txBox="1"/>
          <p:nvPr/>
        </p:nvSpPr>
        <p:spPr>
          <a:xfrm>
            <a:off x="3482550" y="2648550"/>
            <a:ext cx="5158500" cy="9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/>
              <a:t>Monitor sales performance across product categories, sales channels, states, and customer segments to identify top-performing areas. </a:t>
            </a:r>
            <a:endParaRPr sz="13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103" name="Google Shape;1103;p60"/>
          <p:cNvSpPr txBox="1"/>
          <p:nvPr/>
        </p:nvSpPr>
        <p:spPr>
          <a:xfrm>
            <a:off x="3482550" y="3634875"/>
            <a:ext cx="5158500" cy="10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Track key business KPIs including total sales, orders, customer contribution, delivery performance, and channel effectiveness to support business growth.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04" name="Google Shape;1104;p60"/>
          <p:cNvSpPr txBox="1"/>
          <p:nvPr/>
        </p:nvSpPr>
        <p:spPr>
          <a:xfrm>
            <a:off x="603000" y="1883300"/>
            <a:ext cx="4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01. </a:t>
            </a:r>
            <a:endParaRPr sz="18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105" name="Google Shape;1105;p60"/>
          <p:cNvSpPr txBox="1"/>
          <p:nvPr>
            <p:ph type="title"/>
          </p:nvPr>
        </p:nvSpPr>
        <p:spPr>
          <a:xfrm>
            <a:off x="513300" y="459075"/>
            <a:ext cx="44364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BUSINESS OBJECTIVES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61"/>
          <p:cNvSpPr txBox="1"/>
          <p:nvPr>
            <p:ph type="title"/>
          </p:nvPr>
        </p:nvSpPr>
        <p:spPr>
          <a:xfrm rot="-289081">
            <a:off x="3474271" y="663472"/>
            <a:ext cx="2100221" cy="569601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Solved KPIs</a:t>
            </a:r>
            <a:endParaRPr/>
          </a:p>
        </p:txBody>
      </p:sp>
      <p:grpSp>
        <p:nvGrpSpPr>
          <p:cNvPr id="1111" name="Google Shape;1111;p61"/>
          <p:cNvGrpSpPr/>
          <p:nvPr/>
        </p:nvGrpSpPr>
        <p:grpSpPr>
          <a:xfrm>
            <a:off x="661050" y="1637844"/>
            <a:ext cx="2139900" cy="2232000"/>
            <a:chOff x="604400" y="1336494"/>
            <a:chExt cx="2139900" cy="2232000"/>
          </a:xfrm>
        </p:grpSpPr>
        <p:sp>
          <p:nvSpPr>
            <p:cNvPr id="1112" name="Google Shape;1112;p61"/>
            <p:cNvSpPr/>
            <p:nvPr/>
          </p:nvSpPr>
          <p:spPr>
            <a:xfrm rot="-272505">
              <a:off x="683639" y="1411681"/>
              <a:ext cx="1981422" cy="208162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274300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SzPts val="900"/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grpSp>
          <p:nvGrpSpPr>
            <p:cNvPr id="1113" name="Google Shape;1113;p61"/>
            <p:cNvGrpSpPr/>
            <p:nvPr/>
          </p:nvGrpSpPr>
          <p:grpSpPr>
            <a:xfrm rot="-273291">
              <a:off x="755101" y="1403559"/>
              <a:ext cx="1695358" cy="172361"/>
              <a:chOff x="737246" y="854973"/>
              <a:chExt cx="1814476" cy="184471"/>
            </a:xfrm>
          </p:grpSpPr>
          <p:grpSp>
            <p:nvGrpSpPr>
              <p:cNvPr id="1114" name="Google Shape;1114;p61"/>
              <p:cNvGrpSpPr/>
              <p:nvPr/>
            </p:nvGrpSpPr>
            <p:grpSpPr>
              <a:xfrm rot="5400000">
                <a:off x="1982004" y="469726"/>
                <a:ext cx="184470" cy="954967"/>
                <a:chOff x="5380497" y="383100"/>
                <a:chExt cx="189628" cy="981668"/>
              </a:xfrm>
            </p:grpSpPr>
            <p:grpSp>
              <p:nvGrpSpPr>
                <p:cNvPr id="1115" name="Google Shape;1115;p6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16" name="Google Shape;1116;p6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17" name="Google Shape;1117;p6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18" name="Google Shape;1118;p6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19" name="Google Shape;1119;p6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20" name="Google Shape;1120;p6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21" name="Google Shape;1121;p61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22" name="Google Shape;1122;p6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23" name="Google Shape;1123;p6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124" name="Google Shape;1124;p61"/>
              <p:cNvGrpSpPr/>
              <p:nvPr/>
            </p:nvGrpSpPr>
            <p:grpSpPr>
              <a:xfrm rot="5400000">
                <a:off x="922167" y="670052"/>
                <a:ext cx="184470" cy="554311"/>
                <a:chOff x="5380497" y="383100"/>
                <a:chExt cx="189628" cy="569810"/>
              </a:xfrm>
            </p:grpSpPr>
            <p:grpSp>
              <p:nvGrpSpPr>
                <p:cNvPr id="1125" name="Google Shape;1125;p6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26" name="Google Shape;1126;p6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27" name="Google Shape;1127;p6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28" name="Google Shape;1128;p6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29" name="Google Shape;1129;p6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30" name="Google Shape;1130;p6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</p:grpSp>
      <p:sp>
        <p:nvSpPr>
          <p:cNvPr id="1131" name="Google Shape;1131;p61"/>
          <p:cNvSpPr/>
          <p:nvPr/>
        </p:nvSpPr>
        <p:spPr>
          <a:xfrm rot="521">
            <a:off x="4387095" y="1713162"/>
            <a:ext cx="1981200" cy="2180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900"/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132" name="Google Shape;1132;p61"/>
          <p:cNvGrpSpPr/>
          <p:nvPr/>
        </p:nvGrpSpPr>
        <p:grpSpPr>
          <a:xfrm>
            <a:off x="4535813" y="1712995"/>
            <a:ext cx="1695447" cy="172370"/>
            <a:chOff x="737246" y="854973"/>
            <a:chExt cx="1814476" cy="184471"/>
          </a:xfrm>
        </p:grpSpPr>
        <p:grpSp>
          <p:nvGrpSpPr>
            <p:cNvPr id="1133" name="Google Shape;1133;p61"/>
            <p:cNvGrpSpPr/>
            <p:nvPr/>
          </p:nvGrpSpPr>
          <p:grpSpPr>
            <a:xfrm rot="5400000">
              <a:off x="1982004" y="469726"/>
              <a:ext cx="184470" cy="954967"/>
              <a:chOff x="5380497" y="383100"/>
              <a:chExt cx="189628" cy="981668"/>
            </a:xfrm>
          </p:grpSpPr>
          <p:grpSp>
            <p:nvGrpSpPr>
              <p:cNvPr id="1134" name="Google Shape;1134;p6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135" name="Google Shape;1135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36" name="Google Shape;1136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37" name="Google Shape;1137;p6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138" name="Google Shape;1138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39" name="Google Shape;1139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40" name="Google Shape;1140;p6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141" name="Google Shape;1141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42" name="Google Shape;1142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143" name="Google Shape;1143;p61"/>
            <p:cNvGrpSpPr/>
            <p:nvPr/>
          </p:nvGrpSpPr>
          <p:grpSpPr>
            <a:xfrm rot="5400000">
              <a:off x="922167" y="670052"/>
              <a:ext cx="184470" cy="554311"/>
              <a:chOff x="5380497" y="383100"/>
              <a:chExt cx="189628" cy="569810"/>
            </a:xfrm>
          </p:grpSpPr>
          <p:grpSp>
            <p:nvGrpSpPr>
              <p:cNvPr id="1144" name="Google Shape;1144;p6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145" name="Google Shape;1145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46" name="Google Shape;1146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47" name="Google Shape;1147;p6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148" name="Google Shape;1148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49" name="Google Shape;1149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grpSp>
        <p:nvGrpSpPr>
          <p:cNvPr id="1150" name="Google Shape;1150;p61"/>
          <p:cNvGrpSpPr/>
          <p:nvPr/>
        </p:nvGrpSpPr>
        <p:grpSpPr>
          <a:xfrm>
            <a:off x="2625081" y="1911247"/>
            <a:ext cx="1981500" cy="2093257"/>
            <a:chOff x="2568431" y="1609897"/>
            <a:chExt cx="1981500" cy="2093257"/>
          </a:xfrm>
        </p:grpSpPr>
        <p:sp>
          <p:nvSpPr>
            <p:cNvPr id="1151" name="Google Shape;1151;p61"/>
            <p:cNvSpPr/>
            <p:nvPr/>
          </p:nvSpPr>
          <p:spPr>
            <a:xfrm rot="521">
              <a:off x="2568581" y="1621604"/>
              <a:ext cx="1981200" cy="2081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274300" spcFirstLastPara="1" rIns="36575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SzPts val="1600"/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grpSp>
          <p:nvGrpSpPr>
            <p:cNvPr id="1152" name="Google Shape;1152;p61"/>
            <p:cNvGrpSpPr/>
            <p:nvPr/>
          </p:nvGrpSpPr>
          <p:grpSpPr>
            <a:xfrm>
              <a:off x="2691232" y="1609897"/>
              <a:ext cx="1695447" cy="172370"/>
              <a:chOff x="737246" y="854973"/>
              <a:chExt cx="1814476" cy="184471"/>
            </a:xfrm>
          </p:grpSpPr>
          <p:grpSp>
            <p:nvGrpSpPr>
              <p:cNvPr id="1153" name="Google Shape;1153;p61"/>
              <p:cNvGrpSpPr/>
              <p:nvPr/>
            </p:nvGrpSpPr>
            <p:grpSpPr>
              <a:xfrm rot="5400000">
                <a:off x="1982004" y="469726"/>
                <a:ext cx="184470" cy="954967"/>
                <a:chOff x="5380497" y="383100"/>
                <a:chExt cx="189628" cy="981668"/>
              </a:xfrm>
            </p:grpSpPr>
            <p:grpSp>
              <p:nvGrpSpPr>
                <p:cNvPr id="1154" name="Google Shape;1154;p6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55" name="Google Shape;1155;p6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56" name="Google Shape;1156;p6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57" name="Google Shape;1157;p6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58" name="Google Shape;1158;p6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59" name="Google Shape;1159;p6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60" name="Google Shape;1160;p61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61" name="Google Shape;1161;p6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62" name="Google Shape;1162;p6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163" name="Google Shape;1163;p61"/>
              <p:cNvGrpSpPr/>
              <p:nvPr/>
            </p:nvGrpSpPr>
            <p:grpSpPr>
              <a:xfrm rot="5400000">
                <a:off x="922167" y="670052"/>
                <a:ext cx="184470" cy="554311"/>
                <a:chOff x="5380497" y="383100"/>
                <a:chExt cx="189628" cy="569810"/>
              </a:xfrm>
            </p:grpSpPr>
            <p:grpSp>
              <p:nvGrpSpPr>
                <p:cNvPr id="1164" name="Google Shape;1164;p6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65" name="Google Shape;1165;p6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66" name="Google Shape;1166;p6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67" name="Google Shape;1167;p6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68" name="Google Shape;1168;p6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69" name="Google Shape;1169;p6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</p:grpSp>
      <p:grpSp>
        <p:nvGrpSpPr>
          <p:cNvPr id="1170" name="Google Shape;1170;p61"/>
          <p:cNvGrpSpPr/>
          <p:nvPr/>
        </p:nvGrpSpPr>
        <p:grpSpPr>
          <a:xfrm>
            <a:off x="6397050" y="1927663"/>
            <a:ext cx="2085900" cy="2180700"/>
            <a:chOff x="6340400" y="1626313"/>
            <a:chExt cx="2085900" cy="2180700"/>
          </a:xfrm>
        </p:grpSpPr>
        <p:sp>
          <p:nvSpPr>
            <p:cNvPr id="1171" name="Google Shape;1171;p61"/>
            <p:cNvSpPr/>
            <p:nvPr/>
          </p:nvSpPr>
          <p:spPr>
            <a:xfrm rot="177047">
              <a:off x="6392637" y="1675934"/>
              <a:ext cx="1981427" cy="2081457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274300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900"/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grpSp>
          <p:nvGrpSpPr>
            <p:cNvPr id="1172" name="Google Shape;1172;p61"/>
            <p:cNvGrpSpPr/>
            <p:nvPr/>
          </p:nvGrpSpPr>
          <p:grpSpPr>
            <a:xfrm rot="176301">
              <a:off x="6557351" y="1670187"/>
              <a:ext cx="1695499" cy="172375"/>
              <a:chOff x="737246" y="854973"/>
              <a:chExt cx="1814476" cy="184471"/>
            </a:xfrm>
          </p:grpSpPr>
          <p:grpSp>
            <p:nvGrpSpPr>
              <p:cNvPr id="1173" name="Google Shape;1173;p61"/>
              <p:cNvGrpSpPr/>
              <p:nvPr/>
            </p:nvGrpSpPr>
            <p:grpSpPr>
              <a:xfrm rot="5400000">
                <a:off x="1982004" y="469726"/>
                <a:ext cx="184470" cy="954967"/>
                <a:chOff x="5380497" y="383100"/>
                <a:chExt cx="189628" cy="981668"/>
              </a:xfrm>
            </p:grpSpPr>
            <p:grpSp>
              <p:nvGrpSpPr>
                <p:cNvPr id="1174" name="Google Shape;1174;p6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75" name="Google Shape;1175;p6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76" name="Google Shape;1176;p6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77" name="Google Shape;1177;p6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78" name="Google Shape;1178;p6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79" name="Google Shape;1179;p6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80" name="Google Shape;1180;p61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81" name="Google Shape;1181;p6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82" name="Google Shape;1182;p6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183" name="Google Shape;1183;p61"/>
              <p:cNvGrpSpPr/>
              <p:nvPr/>
            </p:nvGrpSpPr>
            <p:grpSpPr>
              <a:xfrm rot="5400000">
                <a:off x="922167" y="670052"/>
                <a:ext cx="184470" cy="554311"/>
                <a:chOff x="5380497" y="383100"/>
                <a:chExt cx="189628" cy="569810"/>
              </a:xfrm>
            </p:grpSpPr>
            <p:grpSp>
              <p:nvGrpSpPr>
                <p:cNvPr id="1184" name="Google Shape;1184;p6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85" name="Google Shape;1185;p6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86" name="Google Shape;1186;p6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87" name="Google Shape;1187;p6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88" name="Google Shape;1188;p6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89" name="Google Shape;1189;p6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</p:grpSp>
      <p:sp>
        <p:nvSpPr>
          <p:cNvPr id="1190" name="Google Shape;1190;p61"/>
          <p:cNvSpPr txBox="1"/>
          <p:nvPr/>
        </p:nvSpPr>
        <p:spPr>
          <a:xfrm rot="-258050">
            <a:off x="1048434" y="2490997"/>
            <a:ext cx="1468134" cy="4308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rgbClr val="FFFFFF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Total Sales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191" name="Google Shape;1191;p61"/>
          <p:cNvSpPr txBox="1"/>
          <p:nvPr/>
        </p:nvSpPr>
        <p:spPr>
          <a:xfrm>
            <a:off x="2917450" y="2696700"/>
            <a:ext cx="1440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Total Orders</a:t>
            </a:r>
            <a:endParaRPr/>
          </a:p>
        </p:txBody>
      </p:sp>
      <p:sp>
        <p:nvSpPr>
          <p:cNvPr id="1192" name="Google Shape;1192;p61"/>
          <p:cNvSpPr txBox="1"/>
          <p:nvPr/>
        </p:nvSpPr>
        <p:spPr>
          <a:xfrm>
            <a:off x="4700950" y="2446200"/>
            <a:ext cx="14964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rgbClr val="FFFFFF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Total Customers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93" name="Google Shape;1193;p61"/>
          <p:cNvSpPr txBox="1"/>
          <p:nvPr/>
        </p:nvSpPr>
        <p:spPr>
          <a:xfrm rot="275428">
            <a:off x="6632268" y="2696655"/>
            <a:ext cx="1615582" cy="43098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No of Delivery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" name="Google Shape;119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07475"/>
            <a:ext cx="8839198" cy="3731677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62"/>
          <p:cNvSpPr txBox="1"/>
          <p:nvPr/>
        </p:nvSpPr>
        <p:spPr>
          <a:xfrm rot="-318793">
            <a:off x="2868288" y="269692"/>
            <a:ext cx="2999990" cy="60017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Excel Dashboard</a:t>
            </a:r>
            <a:endParaRPr sz="30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63"/>
          <p:cNvSpPr/>
          <p:nvPr/>
        </p:nvSpPr>
        <p:spPr>
          <a:xfrm>
            <a:off x="-18000" y="826950"/>
            <a:ext cx="9180000" cy="76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05" name="Google Shape;1205;p63"/>
          <p:cNvSpPr txBox="1"/>
          <p:nvPr/>
        </p:nvSpPr>
        <p:spPr>
          <a:xfrm>
            <a:off x="525406" y="1724861"/>
            <a:ext cx="6651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02.</a:t>
            </a: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06" name="Google Shape;1206;p63"/>
          <p:cNvSpPr txBox="1"/>
          <p:nvPr/>
        </p:nvSpPr>
        <p:spPr>
          <a:xfrm>
            <a:off x="525406" y="2508959"/>
            <a:ext cx="6651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03.</a:t>
            </a: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07" name="Google Shape;1207;p63"/>
          <p:cNvSpPr txBox="1"/>
          <p:nvPr/>
        </p:nvSpPr>
        <p:spPr>
          <a:xfrm>
            <a:off x="1495850" y="826950"/>
            <a:ext cx="72195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/>
              <a:t>Sales are highest during </a:t>
            </a:r>
            <a:r>
              <a:rPr b="1" lang="en"/>
              <a:t>March and August</a:t>
            </a:r>
            <a:r>
              <a:rPr lang="en"/>
              <a:t> due to seasonal and festival demand. 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208" name="Google Shape;1208;p63"/>
          <p:cNvSpPr txBox="1"/>
          <p:nvPr/>
        </p:nvSpPr>
        <p:spPr>
          <a:xfrm>
            <a:off x="1495850" y="1604925"/>
            <a:ext cx="7219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/>
              <a:t>Women aged 30–50</a:t>
            </a:r>
            <a:r>
              <a:rPr lang="en"/>
              <a:t> are the primary contributors to overall revenue. 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209" name="Google Shape;1209;p63"/>
          <p:cNvSpPr txBox="1"/>
          <p:nvPr/>
        </p:nvSpPr>
        <p:spPr>
          <a:xfrm>
            <a:off x="1495950" y="2339975"/>
            <a:ext cx="72195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/>
              <a:t>Amazon, Myntra, and Flipkart</a:t>
            </a:r>
            <a:r>
              <a:rPr lang="en"/>
              <a:t> drive the majority of sales and orders. 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210" name="Google Shape;1210;p63"/>
          <p:cNvSpPr txBox="1"/>
          <p:nvPr/>
        </p:nvSpPr>
        <p:spPr>
          <a:xfrm>
            <a:off x="585000" y="985016"/>
            <a:ext cx="4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01. </a:t>
            </a:r>
            <a:endParaRPr sz="18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211" name="Google Shape;1211;p63"/>
          <p:cNvSpPr txBox="1"/>
          <p:nvPr>
            <p:ph type="title"/>
          </p:nvPr>
        </p:nvSpPr>
        <p:spPr>
          <a:xfrm>
            <a:off x="525400" y="177625"/>
            <a:ext cx="4436400" cy="5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KEY INSIGHTS</a:t>
            </a:r>
            <a:endParaRPr/>
          </a:p>
        </p:txBody>
      </p:sp>
      <p:sp>
        <p:nvSpPr>
          <p:cNvPr id="1212" name="Google Shape;1212;p63"/>
          <p:cNvSpPr txBox="1"/>
          <p:nvPr/>
        </p:nvSpPr>
        <p:spPr>
          <a:xfrm>
            <a:off x="525406" y="3245361"/>
            <a:ext cx="6651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04.</a:t>
            </a: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13" name="Google Shape;1213;p63"/>
          <p:cNvSpPr txBox="1"/>
          <p:nvPr/>
        </p:nvSpPr>
        <p:spPr>
          <a:xfrm>
            <a:off x="525406" y="4029459"/>
            <a:ext cx="6651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05.</a:t>
            </a: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14" name="Google Shape;1214;p63"/>
          <p:cNvSpPr txBox="1"/>
          <p:nvPr/>
        </p:nvSpPr>
        <p:spPr>
          <a:xfrm>
            <a:off x="1495950" y="3125425"/>
            <a:ext cx="7219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Sets, Kurtas, and Western Dresses</a:t>
            </a:r>
            <a:r>
              <a:rPr lang="en">
                <a:solidFill>
                  <a:schemeClr val="lt1"/>
                </a:solidFill>
              </a:rPr>
              <a:t> account for </a:t>
            </a:r>
            <a:r>
              <a:rPr b="1" lang="en">
                <a:solidFill>
                  <a:schemeClr val="lt1"/>
                </a:solidFill>
              </a:rPr>
              <a:t>88%</a:t>
            </a:r>
            <a:r>
              <a:rPr lang="en">
                <a:solidFill>
                  <a:schemeClr val="lt1"/>
                </a:solidFill>
              </a:rPr>
              <a:t> of total sales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15" name="Google Shape;1215;p63"/>
          <p:cNvSpPr txBox="1"/>
          <p:nvPr/>
        </p:nvSpPr>
        <p:spPr>
          <a:xfrm>
            <a:off x="1495950" y="3860475"/>
            <a:ext cx="72195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/>
              <a:t>Maharashtra, Karnataka, and Uttar Pradesh</a:t>
            </a:r>
            <a:r>
              <a:rPr lang="en"/>
              <a:t> are the strongest performing markets 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0" name="Google Shape;1220;p64"/>
          <p:cNvGrpSpPr/>
          <p:nvPr/>
        </p:nvGrpSpPr>
        <p:grpSpPr>
          <a:xfrm>
            <a:off x="-25" y="804593"/>
            <a:ext cx="9144053" cy="2022588"/>
            <a:chOff x="175" y="1644525"/>
            <a:chExt cx="9144053" cy="3039200"/>
          </a:xfrm>
        </p:grpSpPr>
        <p:sp>
          <p:nvSpPr>
            <p:cNvPr id="1221" name="Google Shape;1221;p64"/>
            <p:cNvSpPr/>
            <p:nvPr/>
          </p:nvSpPr>
          <p:spPr>
            <a:xfrm>
              <a:off x="175" y="3634025"/>
              <a:ext cx="9144000" cy="1049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222" name="Google Shape;1222;p64"/>
            <p:cNvSpPr/>
            <p:nvPr/>
          </p:nvSpPr>
          <p:spPr>
            <a:xfrm>
              <a:off x="228" y="2656502"/>
              <a:ext cx="9144000" cy="1011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223" name="Google Shape;1223;p64"/>
            <p:cNvSpPr/>
            <p:nvPr/>
          </p:nvSpPr>
          <p:spPr>
            <a:xfrm>
              <a:off x="175" y="1644525"/>
              <a:ext cx="9144000" cy="1011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224" name="Google Shape;1224;p64"/>
          <p:cNvSpPr txBox="1"/>
          <p:nvPr>
            <p:ph type="title"/>
          </p:nvPr>
        </p:nvSpPr>
        <p:spPr>
          <a:xfrm>
            <a:off x="543400" y="109800"/>
            <a:ext cx="33096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1225" name="Google Shape;1225;p64"/>
          <p:cNvSpPr txBox="1"/>
          <p:nvPr>
            <p:ph idx="1" type="body"/>
          </p:nvPr>
        </p:nvSpPr>
        <p:spPr>
          <a:xfrm>
            <a:off x="1322750" y="1479200"/>
            <a:ext cx="7479300" cy="67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Target women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aged 30–50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with personalized promotions, offers, and new product launches. 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64"/>
          <p:cNvSpPr txBox="1"/>
          <p:nvPr>
            <p:ph idx="2" type="body"/>
          </p:nvPr>
        </p:nvSpPr>
        <p:spPr>
          <a:xfrm>
            <a:off x="1322750" y="2151525"/>
            <a:ext cx="7479300" cy="67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Strengthen sales through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Amazon, Myntra, and Flipkart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increase customer reach. </a:t>
            </a:r>
            <a:endParaRPr sz="13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27" name="Google Shape;1227;p64"/>
          <p:cNvSpPr txBox="1"/>
          <p:nvPr>
            <p:ph idx="3" type="body"/>
          </p:nvPr>
        </p:nvSpPr>
        <p:spPr>
          <a:xfrm>
            <a:off x="1322675" y="804625"/>
            <a:ext cx="7479300" cy="67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Focus marketing campaigns during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March and August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to maximize sales during peak demand periods. 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64"/>
          <p:cNvSpPr txBox="1"/>
          <p:nvPr>
            <p:ph idx="7" type="title"/>
          </p:nvPr>
        </p:nvSpPr>
        <p:spPr>
          <a:xfrm>
            <a:off x="543400" y="982606"/>
            <a:ext cx="4728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1229" name="Google Shape;1229;p64"/>
          <p:cNvSpPr txBox="1"/>
          <p:nvPr>
            <p:ph idx="8" type="title"/>
          </p:nvPr>
        </p:nvSpPr>
        <p:spPr>
          <a:xfrm>
            <a:off x="543400" y="1657177"/>
            <a:ext cx="4728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1230" name="Google Shape;1230;p64"/>
          <p:cNvSpPr txBox="1"/>
          <p:nvPr>
            <p:ph idx="9" type="title"/>
          </p:nvPr>
        </p:nvSpPr>
        <p:spPr>
          <a:xfrm>
            <a:off x="543400" y="2329519"/>
            <a:ext cx="4728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3.</a:t>
            </a:r>
            <a:endParaRPr/>
          </a:p>
        </p:txBody>
      </p:sp>
      <p:grpSp>
        <p:nvGrpSpPr>
          <p:cNvPr id="1231" name="Google Shape;1231;p64"/>
          <p:cNvGrpSpPr/>
          <p:nvPr/>
        </p:nvGrpSpPr>
        <p:grpSpPr>
          <a:xfrm>
            <a:off x="-25" y="2806518"/>
            <a:ext cx="9144053" cy="2022588"/>
            <a:chOff x="175" y="1644525"/>
            <a:chExt cx="9144053" cy="3039200"/>
          </a:xfrm>
        </p:grpSpPr>
        <p:sp>
          <p:nvSpPr>
            <p:cNvPr id="1232" name="Google Shape;1232;p64"/>
            <p:cNvSpPr/>
            <p:nvPr/>
          </p:nvSpPr>
          <p:spPr>
            <a:xfrm>
              <a:off x="175" y="3634025"/>
              <a:ext cx="9144000" cy="1049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233" name="Google Shape;1233;p64"/>
            <p:cNvSpPr/>
            <p:nvPr/>
          </p:nvSpPr>
          <p:spPr>
            <a:xfrm>
              <a:off x="228" y="2656502"/>
              <a:ext cx="9144000" cy="1011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234" name="Google Shape;1234;p64"/>
            <p:cNvSpPr/>
            <p:nvPr/>
          </p:nvSpPr>
          <p:spPr>
            <a:xfrm>
              <a:off x="175" y="1644525"/>
              <a:ext cx="9144000" cy="1011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235" name="Google Shape;1235;p64"/>
          <p:cNvSpPr txBox="1"/>
          <p:nvPr>
            <p:ph idx="1" type="body"/>
          </p:nvPr>
        </p:nvSpPr>
        <p:spPr>
          <a:xfrm>
            <a:off x="1322750" y="3481125"/>
            <a:ext cx="7479300" cy="67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Increase marketing efforts in top-performing regions like </a:t>
            </a:r>
            <a:r>
              <a:rPr b="1" lang="en" sz="1400">
                <a:latin typeface="Manrope"/>
                <a:ea typeface="Manrope"/>
                <a:cs typeface="Manrope"/>
                <a:sym typeface="Manrope"/>
              </a:rPr>
              <a:t>Maharashtra, Karnataka, and Uttar Pradesh</a:t>
            </a:r>
            <a:r>
              <a:rPr lang="en" sz="1400"/>
              <a:t> to drive further growth. </a:t>
            </a:r>
            <a:endParaRPr sz="14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36" name="Google Shape;1236;p64"/>
          <p:cNvSpPr txBox="1"/>
          <p:nvPr>
            <p:ph idx="2" type="body"/>
          </p:nvPr>
        </p:nvSpPr>
        <p:spPr>
          <a:xfrm>
            <a:off x="1322750" y="4153450"/>
            <a:ext cx="7479300" cy="67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KPI dashboards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continuous sales and performance tracking. </a:t>
            </a:r>
            <a:endParaRPr sz="13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37" name="Google Shape;1237;p64"/>
          <p:cNvSpPr txBox="1"/>
          <p:nvPr>
            <p:ph idx="3" type="body"/>
          </p:nvPr>
        </p:nvSpPr>
        <p:spPr>
          <a:xfrm>
            <a:off x="1322750" y="2806550"/>
            <a:ext cx="7479300" cy="67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Prioritize inventory  for high-performing categories like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Sets, Kurtas, and Western Dresses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3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38" name="Google Shape;1238;p64"/>
          <p:cNvSpPr txBox="1"/>
          <p:nvPr>
            <p:ph idx="7" type="title"/>
          </p:nvPr>
        </p:nvSpPr>
        <p:spPr>
          <a:xfrm>
            <a:off x="543400" y="2984531"/>
            <a:ext cx="4728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4.</a:t>
            </a:r>
            <a:endParaRPr/>
          </a:p>
        </p:txBody>
      </p:sp>
      <p:sp>
        <p:nvSpPr>
          <p:cNvPr id="1239" name="Google Shape;1239;p64"/>
          <p:cNvSpPr txBox="1"/>
          <p:nvPr>
            <p:ph idx="8" type="title"/>
          </p:nvPr>
        </p:nvSpPr>
        <p:spPr>
          <a:xfrm>
            <a:off x="543400" y="3659102"/>
            <a:ext cx="4728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5.</a:t>
            </a:r>
            <a:endParaRPr/>
          </a:p>
        </p:txBody>
      </p:sp>
      <p:sp>
        <p:nvSpPr>
          <p:cNvPr id="1240" name="Google Shape;1240;p64"/>
          <p:cNvSpPr txBox="1"/>
          <p:nvPr>
            <p:ph idx="9" type="title"/>
          </p:nvPr>
        </p:nvSpPr>
        <p:spPr>
          <a:xfrm>
            <a:off x="543400" y="4331444"/>
            <a:ext cx="4728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6.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65"/>
          <p:cNvSpPr txBox="1"/>
          <p:nvPr>
            <p:ph type="title"/>
          </p:nvPr>
        </p:nvSpPr>
        <p:spPr>
          <a:xfrm>
            <a:off x="460500" y="2025700"/>
            <a:ext cx="4703100" cy="1821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 AGENDA">
  <a:themeElements>
    <a:clrScheme name="Simple Light">
      <a:dk1>
        <a:srgbClr val="E9E4DB"/>
      </a:dk1>
      <a:lt1>
        <a:srgbClr val="131313"/>
      </a:lt1>
      <a:dk2>
        <a:srgbClr val="E96A64"/>
      </a:dk2>
      <a:lt2>
        <a:srgbClr val="299F9C"/>
      </a:lt2>
      <a:accent1>
        <a:srgbClr val="C0534D"/>
      </a:accent1>
      <a:accent2>
        <a:srgbClr val="207D7B"/>
      </a:accent2>
      <a:accent3>
        <a:srgbClr val="6E9960"/>
      </a:accent3>
      <a:accent4>
        <a:srgbClr val="444746"/>
      </a:accent4>
      <a:accent5>
        <a:srgbClr val="CDC7B9"/>
      </a:accent5>
      <a:accent6>
        <a:srgbClr val="F5F5F5"/>
      </a:accent6>
      <a:hlink>
        <a:srgbClr val="577D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